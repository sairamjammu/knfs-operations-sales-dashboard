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1" r:id="rId3"/>
    <p:sldId id="259" r:id="rId4"/>
    <p:sldId id="263" r:id="rId5"/>
    <p:sldId id="265" r:id="rId6"/>
    <p:sldId id="264" r:id="rId7"/>
    <p:sldId id="267" r:id="rId8"/>
    <p:sldId id="268" r:id="rId9"/>
    <p:sldId id="266" r:id="rId10"/>
    <p:sldId id="258" r:id="rId11"/>
    <p:sldId id="262"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307BEE-E136-4E62-A8F0-93463898F308}" v="5" dt="2025-05-08T01:48:44.94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26" autoAdjust="0"/>
    <p:restoredTop sz="94660"/>
  </p:normalViewPr>
  <p:slideViewPr>
    <p:cSldViewPr snapToGrid="0">
      <p:cViewPr>
        <p:scale>
          <a:sx n="78" d="100"/>
          <a:sy n="78" d="100"/>
        </p:scale>
        <p:origin x="139" y="2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aper, Eric" userId="40314d0e-5fc0-42f1-bb0a-5e424fddabea" providerId="ADAL" clId="{0107BC6D-3AE5-4590-AA57-F9F6C9A98A17}"/>
    <pc:docChg chg="undo custSel addSld delSld modSld sldOrd">
      <pc:chgData name="Draper, Eric" userId="40314d0e-5fc0-42f1-bb0a-5e424fddabea" providerId="ADAL" clId="{0107BC6D-3AE5-4590-AA57-F9F6C9A98A17}" dt="2025-04-28T21:26:58.839" v="946"/>
      <pc:docMkLst>
        <pc:docMk/>
      </pc:docMkLst>
      <pc:sldChg chg="addSp delSp modSp mod">
        <pc:chgData name="Draper, Eric" userId="40314d0e-5fc0-42f1-bb0a-5e424fddabea" providerId="ADAL" clId="{0107BC6D-3AE5-4590-AA57-F9F6C9A98A17}" dt="2025-04-28T21:26:58.839" v="946"/>
        <pc:sldMkLst>
          <pc:docMk/>
          <pc:sldMk cId="2540199907" sldId="258"/>
        </pc:sldMkLst>
        <pc:picChg chg="mod">
          <ac:chgData name="Draper, Eric" userId="40314d0e-5fc0-42f1-bb0a-5e424fddabea" providerId="ADAL" clId="{0107BC6D-3AE5-4590-AA57-F9F6C9A98A17}" dt="2025-04-28T21:17:13.803" v="780" actId="1076"/>
          <ac:picMkLst>
            <pc:docMk/>
            <pc:sldMk cId="2540199907" sldId="258"/>
            <ac:picMk id="9" creationId="{08BC762D-EE43-92AE-A6E6-61EA8D5E5B4A}"/>
          </ac:picMkLst>
        </pc:picChg>
        <pc:picChg chg="add mod">
          <ac:chgData name="Draper, Eric" userId="40314d0e-5fc0-42f1-bb0a-5e424fddabea" providerId="ADAL" clId="{0107BC6D-3AE5-4590-AA57-F9F6C9A98A17}" dt="2025-04-28T21:17:03.233" v="778" actId="1076"/>
          <ac:picMkLst>
            <pc:docMk/>
            <pc:sldMk cId="2540199907" sldId="258"/>
            <ac:picMk id="12" creationId="{614EF264-3025-69F9-07EE-495A549484BF}"/>
          </ac:picMkLst>
        </pc:picChg>
        <pc:picChg chg="add mod">
          <ac:chgData name="Draper, Eric" userId="40314d0e-5fc0-42f1-bb0a-5e424fddabea" providerId="ADAL" clId="{0107BC6D-3AE5-4590-AA57-F9F6C9A98A17}" dt="2025-04-28T21:26:58.839" v="946"/>
          <ac:picMkLst>
            <pc:docMk/>
            <pc:sldMk cId="2540199907" sldId="258"/>
            <ac:picMk id="13" creationId="{CDDAC83C-0797-BD50-091D-647D3C827F93}"/>
          </ac:picMkLst>
        </pc:picChg>
      </pc:sldChg>
      <pc:sldChg chg="delSp modSp add del mod">
        <pc:chgData name="Draper, Eric" userId="40314d0e-5fc0-42f1-bb0a-5e424fddabea" providerId="ADAL" clId="{0107BC6D-3AE5-4590-AA57-F9F6C9A98A17}" dt="2025-04-27T15:38:11.299" v="28" actId="14100"/>
        <pc:sldMkLst>
          <pc:docMk/>
          <pc:sldMk cId="2513695425" sldId="259"/>
        </pc:sldMkLst>
        <pc:spChg chg="mod">
          <ac:chgData name="Draper, Eric" userId="40314d0e-5fc0-42f1-bb0a-5e424fddabea" providerId="ADAL" clId="{0107BC6D-3AE5-4590-AA57-F9F6C9A98A17}" dt="2025-04-27T15:38:11.299" v="28" actId="14100"/>
          <ac:spMkLst>
            <pc:docMk/>
            <pc:sldMk cId="2513695425" sldId="259"/>
            <ac:spMk id="3" creationId="{174F166E-B500-6075-3459-71AAAB67C990}"/>
          </ac:spMkLst>
        </pc:spChg>
        <pc:picChg chg="mod">
          <ac:chgData name="Draper, Eric" userId="40314d0e-5fc0-42f1-bb0a-5e424fddabea" providerId="ADAL" clId="{0107BC6D-3AE5-4590-AA57-F9F6C9A98A17}" dt="2025-04-27T15:36:52.300" v="12" actId="1076"/>
          <ac:picMkLst>
            <pc:docMk/>
            <pc:sldMk cId="2513695425" sldId="259"/>
            <ac:picMk id="1026" creationId="{5DC806A9-5CBA-792E-E6D4-E07803DE7FCF}"/>
          </ac:picMkLst>
        </pc:picChg>
      </pc:sldChg>
      <pc:sldChg chg="modSp mod ord">
        <pc:chgData name="Draper, Eric" userId="40314d0e-5fc0-42f1-bb0a-5e424fddabea" providerId="ADAL" clId="{0107BC6D-3AE5-4590-AA57-F9F6C9A98A17}" dt="2025-04-28T21:23:33.609" v="937" actId="20577"/>
        <pc:sldMkLst>
          <pc:docMk/>
          <pc:sldMk cId="1818462731" sldId="261"/>
        </pc:sldMkLst>
        <pc:spChg chg="mod">
          <ac:chgData name="Draper, Eric" userId="40314d0e-5fc0-42f1-bb0a-5e424fddabea" providerId="ADAL" clId="{0107BC6D-3AE5-4590-AA57-F9F6C9A98A17}" dt="2025-04-28T21:23:33.609" v="937" actId="20577"/>
          <ac:spMkLst>
            <pc:docMk/>
            <pc:sldMk cId="1818462731" sldId="261"/>
            <ac:spMk id="3" creationId="{1E610EF5-FC70-56CD-8E6B-3AA88F8586A6}"/>
          </ac:spMkLst>
        </pc:spChg>
      </pc:sldChg>
      <pc:sldChg chg="addSp delSp modSp mod">
        <pc:chgData name="Draper, Eric" userId="40314d0e-5fc0-42f1-bb0a-5e424fddabea" providerId="ADAL" clId="{0107BC6D-3AE5-4590-AA57-F9F6C9A98A17}" dt="2025-04-28T21:26:54.743" v="945" actId="21"/>
        <pc:sldMkLst>
          <pc:docMk/>
          <pc:sldMk cId="352480016" sldId="262"/>
        </pc:sldMkLst>
      </pc:sldChg>
      <pc:sldChg chg="addSp delSp modSp add mod">
        <pc:chgData name="Draper, Eric" userId="40314d0e-5fc0-42f1-bb0a-5e424fddabea" providerId="ADAL" clId="{0107BC6D-3AE5-4590-AA57-F9F6C9A98A17}" dt="2025-04-27T15:41:15.468" v="50" actId="255"/>
        <pc:sldMkLst>
          <pc:docMk/>
          <pc:sldMk cId="2477070877" sldId="263"/>
        </pc:sldMkLst>
        <pc:spChg chg="mod">
          <ac:chgData name="Draper, Eric" userId="40314d0e-5fc0-42f1-bb0a-5e424fddabea" providerId="ADAL" clId="{0107BC6D-3AE5-4590-AA57-F9F6C9A98A17}" dt="2025-04-27T15:41:15.468" v="50" actId="255"/>
          <ac:spMkLst>
            <pc:docMk/>
            <pc:sldMk cId="2477070877" sldId="263"/>
            <ac:spMk id="6" creationId="{BC4586FC-8BE5-8576-18C4-5C7033AC401D}"/>
          </ac:spMkLst>
        </pc:spChg>
        <pc:picChg chg="mod">
          <ac:chgData name="Draper, Eric" userId="40314d0e-5fc0-42f1-bb0a-5e424fddabea" providerId="ADAL" clId="{0107BC6D-3AE5-4590-AA57-F9F6C9A98A17}" dt="2025-04-27T15:39:30.865" v="40" actId="1076"/>
          <ac:picMkLst>
            <pc:docMk/>
            <pc:sldMk cId="2477070877" sldId="263"/>
            <ac:picMk id="9" creationId="{DB9F3B17-8695-566B-E6A5-5BF9735BCA44}"/>
          </ac:picMkLst>
        </pc:picChg>
        <pc:picChg chg="add mod">
          <ac:chgData name="Draper, Eric" userId="40314d0e-5fc0-42f1-bb0a-5e424fddabea" providerId="ADAL" clId="{0107BC6D-3AE5-4590-AA57-F9F6C9A98A17}" dt="2025-04-27T15:39:23.050" v="39" actId="14100"/>
          <ac:picMkLst>
            <pc:docMk/>
            <pc:sldMk cId="2477070877" sldId="263"/>
            <ac:picMk id="11" creationId="{28820195-6848-0809-68A3-6EE2788DFE43}"/>
          </ac:picMkLst>
        </pc:picChg>
      </pc:sldChg>
      <pc:sldChg chg="addSp delSp modSp add mod ord">
        <pc:chgData name="Draper, Eric" userId="40314d0e-5fc0-42f1-bb0a-5e424fddabea" providerId="ADAL" clId="{0107BC6D-3AE5-4590-AA57-F9F6C9A98A17}" dt="2025-04-28T21:26:35.630" v="944" actId="1076"/>
        <pc:sldMkLst>
          <pc:docMk/>
          <pc:sldMk cId="1455881892" sldId="264"/>
        </pc:sldMkLst>
        <pc:spChg chg="mod">
          <ac:chgData name="Draper, Eric" userId="40314d0e-5fc0-42f1-bb0a-5e424fddabea" providerId="ADAL" clId="{0107BC6D-3AE5-4590-AA57-F9F6C9A98A17}" dt="2025-04-28T21:14:03.047" v="746" actId="20577"/>
          <ac:spMkLst>
            <pc:docMk/>
            <pc:sldMk cId="1455881892" sldId="264"/>
            <ac:spMk id="3" creationId="{27A5ADAD-2F02-6133-28B0-8F5148375024}"/>
          </ac:spMkLst>
        </pc:spChg>
        <pc:picChg chg="add mod">
          <ac:chgData name="Draper, Eric" userId="40314d0e-5fc0-42f1-bb0a-5e424fddabea" providerId="ADAL" clId="{0107BC6D-3AE5-4590-AA57-F9F6C9A98A17}" dt="2025-04-28T21:26:35.630" v="944" actId="1076"/>
          <ac:picMkLst>
            <pc:docMk/>
            <pc:sldMk cId="1455881892" sldId="264"/>
            <ac:picMk id="17" creationId="{1D9C7DE4-3EBB-21E2-A172-A9FA2C6CE940}"/>
          </ac:picMkLst>
        </pc:picChg>
      </pc:sldChg>
      <pc:sldChg chg="addSp delSp modSp add mod">
        <pc:chgData name="Draper, Eric" userId="40314d0e-5fc0-42f1-bb0a-5e424fddabea" providerId="ADAL" clId="{0107BC6D-3AE5-4590-AA57-F9F6C9A98A17}" dt="2025-04-28T21:18:43.147" v="809" actId="1076"/>
        <pc:sldMkLst>
          <pc:docMk/>
          <pc:sldMk cId="1754448809" sldId="265"/>
        </pc:sldMkLst>
        <pc:spChg chg="mod">
          <ac:chgData name="Draper, Eric" userId="40314d0e-5fc0-42f1-bb0a-5e424fddabea" providerId="ADAL" clId="{0107BC6D-3AE5-4590-AA57-F9F6C9A98A17}" dt="2025-04-28T21:18:43.147" v="809" actId="1076"/>
          <ac:spMkLst>
            <pc:docMk/>
            <pc:sldMk cId="1754448809" sldId="265"/>
            <ac:spMk id="6" creationId="{A64DAE1A-FD81-E5B0-D253-12C2136B83F2}"/>
          </ac:spMkLst>
        </pc:spChg>
        <pc:picChg chg="add mod">
          <ac:chgData name="Draper, Eric" userId="40314d0e-5fc0-42f1-bb0a-5e424fddabea" providerId="ADAL" clId="{0107BC6D-3AE5-4590-AA57-F9F6C9A98A17}" dt="2025-04-28T20:57:29.112" v="664" actId="1076"/>
          <ac:picMkLst>
            <pc:docMk/>
            <pc:sldMk cId="1754448809" sldId="265"/>
            <ac:picMk id="3" creationId="{00A58109-7041-A3F1-00FA-8CCA6F3E2CD1}"/>
          </ac:picMkLst>
        </pc:picChg>
        <pc:picChg chg="add mod">
          <ac:chgData name="Draper, Eric" userId="40314d0e-5fc0-42f1-bb0a-5e424fddabea" providerId="ADAL" clId="{0107BC6D-3AE5-4590-AA57-F9F6C9A98A17}" dt="2025-04-28T20:59:17.763" v="669" actId="1076"/>
          <ac:picMkLst>
            <pc:docMk/>
            <pc:sldMk cId="1754448809" sldId="265"/>
            <ac:picMk id="5" creationId="{4918E688-BFDB-2E81-3A21-EF129B69EC7C}"/>
          </ac:picMkLst>
        </pc:picChg>
      </pc:sldChg>
      <pc:sldChg chg="addSp delSp modSp add mod">
        <pc:chgData name="Draper, Eric" userId="40314d0e-5fc0-42f1-bb0a-5e424fddabea" providerId="ADAL" clId="{0107BC6D-3AE5-4590-AA57-F9F6C9A98A17}" dt="2025-04-28T21:05:29.455" v="675" actId="1076"/>
        <pc:sldMkLst>
          <pc:docMk/>
          <pc:sldMk cId="2463525505" sldId="266"/>
        </pc:sldMkLst>
        <pc:picChg chg="add mod">
          <ac:chgData name="Draper, Eric" userId="40314d0e-5fc0-42f1-bb0a-5e424fddabea" providerId="ADAL" clId="{0107BC6D-3AE5-4590-AA57-F9F6C9A98A17}" dt="2025-04-28T21:05:29.455" v="675" actId="1076"/>
          <ac:picMkLst>
            <pc:docMk/>
            <pc:sldMk cId="2463525505" sldId="266"/>
            <ac:picMk id="4" creationId="{901A1123-99E3-231E-0441-15F100B93B83}"/>
          </ac:picMkLst>
        </pc:picChg>
      </pc:sldChg>
      <pc:sldChg chg="addSp delSp modSp add mod ord">
        <pc:chgData name="Draper, Eric" userId="40314d0e-5fc0-42f1-bb0a-5e424fddabea" providerId="ADAL" clId="{0107BC6D-3AE5-4590-AA57-F9F6C9A98A17}" dt="2025-04-28T21:15:17.971" v="763" actId="20577"/>
        <pc:sldMkLst>
          <pc:docMk/>
          <pc:sldMk cId="1688497009" sldId="267"/>
        </pc:sldMkLst>
        <pc:spChg chg="mod">
          <ac:chgData name="Draper, Eric" userId="40314d0e-5fc0-42f1-bb0a-5e424fddabea" providerId="ADAL" clId="{0107BC6D-3AE5-4590-AA57-F9F6C9A98A17}" dt="2025-04-28T21:15:17.971" v="763" actId="20577"/>
          <ac:spMkLst>
            <pc:docMk/>
            <pc:sldMk cId="1688497009" sldId="267"/>
            <ac:spMk id="6" creationId="{674300F3-26AC-3153-930A-059D90A89801}"/>
          </ac:spMkLst>
        </pc:spChg>
        <pc:picChg chg="add mod">
          <ac:chgData name="Draper, Eric" userId="40314d0e-5fc0-42f1-bb0a-5e424fddabea" providerId="ADAL" clId="{0107BC6D-3AE5-4590-AA57-F9F6C9A98A17}" dt="2025-04-28T21:14:54.500" v="751" actId="14100"/>
          <ac:picMkLst>
            <pc:docMk/>
            <pc:sldMk cId="1688497009" sldId="267"/>
            <ac:picMk id="2050" creationId="{618A4898-6A87-35F0-E97B-BD14783B465E}"/>
          </ac:picMkLst>
        </pc:picChg>
      </pc:sldChg>
      <pc:sldChg chg="addSp delSp modSp add del mod">
        <pc:chgData name="Draper, Eric" userId="40314d0e-5fc0-42f1-bb0a-5e424fddabea" providerId="ADAL" clId="{0107BC6D-3AE5-4590-AA57-F9F6C9A98A17}" dt="2025-04-28T21:24:31.739" v="938" actId="14100"/>
        <pc:sldMkLst>
          <pc:docMk/>
          <pc:sldMk cId="3555307246" sldId="268"/>
        </pc:sldMkLst>
        <pc:picChg chg="add mod">
          <ac:chgData name="Draper, Eric" userId="40314d0e-5fc0-42f1-bb0a-5e424fddabea" providerId="ADAL" clId="{0107BC6D-3AE5-4590-AA57-F9F6C9A98A17}" dt="2025-04-28T21:24:31.739" v="938" actId="14100"/>
          <ac:picMkLst>
            <pc:docMk/>
            <pc:sldMk cId="3555307246" sldId="268"/>
            <ac:picMk id="7" creationId="{AC4E1B63-976A-CCB8-A4DC-9F042C36F88E}"/>
          </ac:picMkLst>
        </pc:picChg>
      </pc:sldChg>
    </pc:docChg>
  </pc:docChgLst>
  <pc:docChgLst>
    <pc:chgData name="Sairam Jammu" userId="d0af71acd29cbf25" providerId="LiveId" clId="{05307BEE-E136-4E62-A8F0-93463898F308}"/>
    <pc:docChg chg="modSld">
      <pc:chgData name="Sairam Jammu" userId="d0af71acd29cbf25" providerId="LiveId" clId="{05307BEE-E136-4E62-A8F0-93463898F308}" dt="2025-05-08T01:48:44.946" v="17"/>
      <pc:docMkLst>
        <pc:docMk/>
      </pc:docMkLst>
      <pc:sldChg chg="addSp modSp mod modAnim">
        <pc:chgData name="Sairam Jammu" userId="d0af71acd29cbf25" providerId="LiveId" clId="{05307BEE-E136-4E62-A8F0-93463898F308}" dt="2025-05-08T01:48:44.946" v="17"/>
        <pc:sldMkLst>
          <pc:docMk/>
          <pc:sldMk cId="1688497009" sldId="267"/>
        </pc:sldMkLst>
        <pc:picChg chg="add mod">
          <ac:chgData name="Sairam Jammu" userId="d0af71acd29cbf25" providerId="LiveId" clId="{05307BEE-E136-4E62-A8F0-93463898F308}" dt="2025-05-08T01:48:22.667" v="13" actId="1076"/>
          <ac:picMkLst>
            <pc:docMk/>
            <pc:sldMk cId="1688497009" sldId="267"/>
            <ac:picMk id="3" creationId="{EA2614DC-D67B-A88D-D49B-24DAC62AB58B}"/>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A6BF6-AFC4-9350-2061-E3EDFD264D4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DFA0E72-6449-650C-6300-46D765BB77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43751A4-14D1-E75A-F610-81BDDF901ACA}"/>
              </a:ext>
            </a:extLst>
          </p:cNvPr>
          <p:cNvSpPr>
            <a:spLocks noGrp="1"/>
          </p:cNvSpPr>
          <p:nvPr>
            <p:ph type="dt" sz="half" idx="10"/>
          </p:nvPr>
        </p:nvSpPr>
        <p:spPr/>
        <p:txBody>
          <a:bodyPr/>
          <a:lstStyle/>
          <a:p>
            <a:fld id="{F9042878-2EA3-4E48-9EAD-8B11E08A2787}" type="datetimeFigureOut">
              <a:rPr lang="en-US" smtClean="0"/>
              <a:t>5/7/2025</a:t>
            </a:fld>
            <a:endParaRPr lang="en-US"/>
          </a:p>
        </p:txBody>
      </p:sp>
      <p:sp>
        <p:nvSpPr>
          <p:cNvPr id="5" name="Footer Placeholder 4">
            <a:extLst>
              <a:ext uri="{FF2B5EF4-FFF2-40B4-BE49-F238E27FC236}">
                <a16:creationId xmlns:a16="http://schemas.microsoft.com/office/drawing/2014/main" id="{3D44613F-6167-8553-DF4E-875DCA3E9C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A933ED-9D96-3C29-9068-40E6A03A1A61}"/>
              </a:ext>
            </a:extLst>
          </p:cNvPr>
          <p:cNvSpPr>
            <a:spLocks noGrp="1"/>
          </p:cNvSpPr>
          <p:nvPr>
            <p:ph type="sldNum" sz="quarter" idx="12"/>
          </p:nvPr>
        </p:nvSpPr>
        <p:spPr/>
        <p:txBody>
          <a:bodyPr/>
          <a:lstStyle/>
          <a:p>
            <a:fld id="{AFE88493-5ADE-4210-845B-08821F9FCC8F}" type="slidenum">
              <a:rPr lang="en-US" smtClean="0"/>
              <a:t>‹#›</a:t>
            </a:fld>
            <a:endParaRPr lang="en-US"/>
          </a:p>
        </p:txBody>
      </p:sp>
    </p:spTree>
    <p:extLst>
      <p:ext uri="{BB962C8B-B14F-4D97-AF65-F5344CB8AC3E}">
        <p14:creationId xmlns:p14="http://schemas.microsoft.com/office/powerpoint/2010/main" val="2700755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0D2D1-2A4B-145E-CD60-1AC3B20EE26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ADF01EA-E6DF-A0BB-5CF1-A9EBC06AF34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91CD46-C93D-FB87-8F4C-8F4260D6F949}"/>
              </a:ext>
            </a:extLst>
          </p:cNvPr>
          <p:cNvSpPr>
            <a:spLocks noGrp="1"/>
          </p:cNvSpPr>
          <p:nvPr>
            <p:ph type="dt" sz="half" idx="10"/>
          </p:nvPr>
        </p:nvSpPr>
        <p:spPr/>
        <p:txBody>
          <a:bodyPr/>
          <a:lstStyle/>
          <a:p>
            <a:fld id="{F9042878-2EA3-4E48-9EAD-8B11E08A2787}" type="datetimeFigureOut">
              <a:rPr lang="en-US" smtClean="0"/>
              <a:t>5/7/2025</a:t>
            </a:fld>
            <a:endParaRPr lang="en-US"/>
          </a:p>
        </p:txBody>
      </p:sp>
      <p:sp>
        <p:nvSpPr>
          <p:cNvPr id="5" name="Footer Placeholder 4">
            <a:extLst>
              <a:ext uri="{FF2B5EF4-FFF2-40B4-BE49-F238E27FC236}">
                <a16:creationId xmlns:a16="http://schemas.microsoft.com/office/drawing/2014/main" id="{169B80BD-B90B-788D-7AE8-F8A1CB95AE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046F31-7CF6-0BC8-4505-E7522EF10510}"/>
              </a:ext>
            </a:extLst>
          </p:cNvPr>
          <p:cNvSpPr>
            <a:spLocks noGrp="1"/>
          </p:cNvSpPr>
          <p:nvPr>
            <p:ph type="sldNum" sz="quarter" idx="12"/>
          </p:nvPr>
        </p:nvSpPr>
        <p:spPr/>
        <p:txBody>
          <a:bodyPr/>
          <a:lstStyle/>
          <a:p>
            <a:fld id="{AFE88493-5ADE-4210-845B-08821F9FCC8F}" type="slidenum">
              <a:rPr lang="en-US" smtClean="0"/>
              <a:t>‹#›</a:t>
            </a:fld>
            <a:endParaRPr lang="en-US"/>
          </a:p>
        </p:txBody>
      </p:sp>
    </p:spTree>
    <p:extLst>
      <p:ext uri="{BB962C8B-B14F-4D97-AF65-F5344CB8AC3E}">
        <p14:creationId xmlns:p14="http://schemas.microsoft.com/office/powerpoint/2010/main" val="14278447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67592-C730-0FF8-D22A-4450D30904A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A47083C-FAEB-87AF-CA63-811C15929D9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C9016C7-74C3-9133-666C-1E3D5C652920}"/>
              </a:ext>
            </a:extLst>
          </p:cNvPr>
          <p:cNvSpPr>
            <a:spLocks noGrp="1"/>
          </p:cNvSpPr>
          <p:nvPr>
            <p:ph type="dt" sz="half" idx="10"/>
          </p:nvPr>
        </p:nvSpPr>
        <p:spPr/>
        <p:txBody>
          <a:bodyPr/>
          <a:lstStyle/>
          <a:p>
            <a:fld id="{F9042878-2EA3-4E48-9EAD-8B11E08A2787}" type="datetimeFigureOut">
              <a:rPr lang="en-US" smtClean="0"/>
              <a:t>5/7/2025</a:t>
            </a:fld>
            <a:endParaRPr lang="en-US"/>
          </a:p>
        </p:txBody>
      </p:sp>
      <p:sp>
        <p:nvSpPr>
          <p:cNvPr id="5" name="Footer Placeholder 4">
            <a:extLst>
              <a:ext uri="{FF2B5EF4-FFF2-40B4-BE49-F238E27FC236}">
                <a16:creationId xmlns:a16="http://schemas.microsoft.com/office/drawing/2014/main" id="{5BE812AB-B820-514E-AAC8-FC892E1EE0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771226-CA67-7340-8738-3D9D34E77063}"/>
              </a:ext>
            </a:extLst>
          </p:cNvPr>
          <p:cNvSpPr>
            <a:spLocks noGrp="1"/>
          </p:cNvSpPr>
          <p:nvPr>
            <p:ph type="sldNum" sz="quarter" idx="12"/>
          </p:nvPr>
        </p:nvSpPr>
        <p:spPr/>
        <p:txBody>
          <a:bodyPr/>
          <a:lstStyle/>
          <a:p>
            <a:fld id="{AFE88493-5ADE-4210-845B-08821F9FCC8F}" type="slidenum">
              <a:rPr lang="en-US" smtClean="0"/>
              <a:t>‹#›</a:t>
            </a:fld>
            <a:endParaRPr lang="en-US"/>
          </a:p>
        </p:txBody>
      </p:sp>
    </p:spTree>
    <p:extLst>
      <p:ext uri="{BB962C8B-B14F-4D97-AF65-F5344CB8AC3E}">
        <p14:creationId xmlns:p14="http://schemas.microsoft.com/office/powerpoint/2010/main" val="1531430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66E36-554B-C1A8-6127-08094AB1868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895E69F-E7FD-5C22-DC00-6BD6FFF4CB7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53081DB-46A2-5D02-5E24-D2F4DA20ACB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BDD76F0-C924-6FBC-4DBA-152B41C1DB7C}"/>
              </a:ext>
            </a:extLst>
          </p:cNvPr>
          <p:cNvSpPr>
            <a:spLocks noGrp="1"/>
          </p:cNvSpPr>
          <p:nvPr>
            <p:ph type="dt" sz="half" idx="10"/>
          </p:nvPr>
        </p:nvSpPr>
        <p:spPr/>
        <p:txBody>
          <a:bodyPr/>
          <a:lstStyle/>
          <a:p>
            <a:fld id="{F9042878-2EA3-4E48-9EAD-8B11E08A2787}" type="datetimeFigureOut">
              <a:rPr lang="en-US" smtClean="0"/>
              <a:t>5/7/2025</a:t>
            </a:fld>
            <a:endParaRPr lang="en-US"/>
          </a:p>
        </p:txBody>
      </p:sp>
      <p:sp>
        <p:nvSpPr>
          <p:cNvPr id="6" name="Footer Placeholder 5">
            <a:extLst>
              <a:ext uri="{FF2B5EF4-FFF2-40B4-BE49-F238E27FC236}">
                <a16:creationId xmlns:a16="http://schemas.microsoft.com/office/drawing/2014/main" id="{821F4D12-4401-D1DF-9886-C074D2B90BD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F301CD-6674-B598-8EA5-A5FA301D5247}"/>
              </a:ext>
            </a:extLst>
          </p:cNvPr>
          <p:cNvSpPr>
            <a:spLocks noGrp="1"/>
          </p:cNvSpPr>
          <p:nvPr>
            <p:ph type="sldNum" sz="quarter" idx="12"/>
          </p:nvPr>
        </p:nvSpPr>
        <p:spPr/>
        <p:txBody>
          <a:bodyPr/>
          <a:lstStyle/>
          <a:p>
            <a:fld id="{AFE88493-5ADE-4210-845B-08821F9FCC8F}" type="slidenum">
              <a:rPr lang="en-US" smtClean="0"/>
              <a:t>‹#›</a:t>
            </a:fld>
            <a:endParaRPr lang="en-US"/>
          </a:p>
        </p:txBody>
      </p:sp>
    </p:spTree>
    <p:extLst>
      <p:ext uri="{BB962C8B-B14F-4D97-AF65-F5344CB8AC3E}">
        <p14:creationId xmlns:p14="http://schemas.microsoft.com/office/powerpoint/2010/main" val="40293614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649E4-6585-F7D0-7ADD-A432C163EDA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C8845D4-1B9C-75B9-6E4A-C7BDB3BAE8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2E331E6-E01C-74A7-1F0B-4BA5FB48A6A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466201B-4DFE-FAD9-7BF4-27A4A54E965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66FC99B-C366-BE4F-C469-5926014577D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368F364-7467-EDFE-7B05-F35D8847CF83}"/>
              </a:ext>
            </a:extLst>
          </p:cNvPr>
          <p:cNvSpPr>
            <a:spLocks noGrp="1"/>
          </p:cNvSpPr>
          <p:nvPr>
            <p:ph type="dt" sz="half" idx="10"/>
          </p:nvPr>
        </p:nvSpPr>
        <p:spPr/>
        <p:txBody>
          <a:bodyPr/>
          <a:lstStyle/>
          <a:p>
            <a:fld id="{F9042878-2EA3-4E48-9EAD-8B11E08A2787}" type="datetimeFigureOut">
              <a:rPr lang="en-US" smtClean="0"/>
              <a:t>5/7/2025</a:t>
            </a:fld>
            <a:endParaRPr lang="en-US"/>
          </a:p>
        </p:txBody>
      </p:sp>
      <p:sp>
        <p:nvSpPr>
          <p:cNvPr id="8" name="Footer Placeholder 7">
            <a:extLst>
              <a:ext uri="{FF2B5EF4-FFF2-40B4-BE49-F238E27FC236}">
                <a16:creationId xmlns:a16="http://schemas.microsoft.com/office/drawing/2014/main" id="{FF4A7B3F-F08E-B923-4CB4-5CBC84CCB41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400863E-BCE5-1295-529B-F98D0CEC6538}"/>
              </a:ext>
            </a:extLst>
          </p:cNvPr>
          <p:cNvSpPr>
            <a:spLocks noGrp="1"/>
          </p:cNvSpPr>
          <p:nvPr>
            <p:ph type="sldNum" sz="quarter" idx="12"/>
          </p:nvPr>
        </p:nvSpPr>
        <p:spPr/>
        <p:txBody>
          <a:bodyPr/>
          <a:lstStyle/>
          <a:p>
            <a:fld id="{AFE88493-5ADE-4210-845B-08821F9FCC8F}" type="slidenum">
              <a:rPr lang="en-US" smtClean="0"/>
              <a:t>‹#›</a:t>
            </a:fld>
            <a:endParaRPr lang="en-US"/>
          </a:p>
        </p:txBody>
      </p:sp>
    </p:spTree>
    <p:extLst>
      <p:ext uri="{BB962C8B-B14F-4D97-AF65-F5344CB8AC3E}">
        <p14:creationId xmlns:p14="http://schemas.microsoft.com/office/powerpoint/2010/main" val="41998844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6D085-9D36-EB08-F076-CF8C48559E1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F702B8F-5456-AFC6-E318-42DFDD9FF43F}"/>
              </a:ext>
            </a:extLst>
          </p:cNvPr>
          <p:cNvSpPr>
            <a:spLocks noGrp="1"/>
          </p:cNvSpPr>
          <p:nvPr>
            <p:ph type="dt" sz="half" idx="10"/>
          </p:nvPr>
        </p:nvSpPr>
        <p:spPr/>
        <p:txBody>
          <a:bodyPr/>
          <a:lstStyle/>
          <a:p>
            <a:fld id="{F9042878-2EA3-4E48-9EAD-8B11E08A2787}" type="datetimeFigureOut">
              <a:rPr lang="en-US" smtClean="0"/>
              <a:t>5/7/2025</a:t>
            </a:fld>
            <a:endParaRPr lang="en-US"/>
          </a:p>
        </p:txBody>
      </p:sp>
      <p:sp>
        <p:nvSpPr>
          <p:cNvPr id="4" name="Footer Placeholder 3">
            <a:extLst>
              <a:ext uri="{FF2B5EF4-FFF2-40B4-BE49-F238E27FC236}">
                <a16:creationId xmlns:a16="http://schemas.microsoft.com/office/drawing/2014/main" id="{DD0E88BD-9CEB-739D-56A0-8524732CB75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A22583C-B1FB-9CF3-7697-FEDD5868B0E3}"/>
              </a:ext>
            </a:extLst>
          </p:cNvPr>
          <p:cNvSpPr>
            <a:spLocks noGrp="1"/>
          </p:cNvSpPr>
          <p:nvPr>
            <p:ph type="sldNum" sz="quarter" idx="12"/>
          </p:nvPr>
        </p:nvSpPr>
        <p:spPr/>
        <p:txBody>
          <a:bodyPr/>
          <a:lstStyle/>
          <a:p>
            <a:fld id="{AFE88493-5ADE-4210-845B-08821F9FCC8F}" type="slidenum">
              <a:rPr lang="en-US" smtClean="0"/>
              <a:t>‹#›</a:t>
            </a:fld>
            <a:endParaRPr lang="en-US"/>
          </a:p>
        </p:txBody>
      </p:sp>
    </p:spTree>
    <p:extLst>
      <p:ext uri="{BB962C8B-B14F-4D97-AF65-F5344CB8AC3E}">
        <p14:creationId xmlns:p14="http://schemas.microsoft.com/office/powerpoint/2010/main" val="2064898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2430BD3-64AA-9624-5757-A6EEE9CFD95E}"/>
              </a:ext>
            </a:extLst>
          </p:cNvPr>
          <p:cNvSpPr>
            <a:spLocks noGrp="1"/>
          </p:cNvSpPr>
          <p:nvPr>
            <p:ph type="dt" sz="half" idx="10"/>
          </p:nvPr>
        </p:nvSpPr>
        <p:spPr/>
        <p:txBody>
          <a:bodyPr/>
          <a:lstStyle/>
          <a:p>
            <a:fld id="{F9042878-2EA3-4E48-9EAD-8B11E08A2787}" type="datetimeFigureOut">
              <a:rPr lang="en-US" smtClean="0"/>
              <a:t>5/7/2025</a:t>
            </a:fld>
            <a:endParaRPr lang="en-US"/>
          </a:p>
        </p:txBody>
      </p:sp>
      <p:sp>
        <p:nvSpPr>
          <p:cNvPr id="3" name="Footer Placeholder 2">
            <a:extLst>
              <a:ext uri="{FF2B5EF4-FFF2-40B4-BE49-F238E27FC236}">
                <a16:creationId xmlns:a16="http://schemas.microsoft.com/office/drawing/2014/main" id="{2BE39E92-1CD0-B40D-936D-40652907F79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6BE6E47-3CFD-5F0A-A75D-C02CA427FCF3}"/>
              </a:ext>
            </a:extLst>
          </p:cNvPr>
          <p:cNvSpPr>
            <a:spLocks noGrp="1"/>
          </p:cNvSpPr>
          <p:nvPr>
            <p:ph type="sldNum" sz="quarter" idx="12"/>
          </p:nvPr>
        </p:nvSpPr>
        <p:spPr/>
        <p:txBody>
          <a:bodyPr/>
          <a:lstStyle/>
          <a:p>
            <a:fld id="{AFE88493-5ADE-4210-845B-08821F9FCC8F}" type="slidenum">
              <a:rPr lang="en-US" smtClean="0"/>
              <a:t>‹#›</a:t>
            </a:fld>
            <a:endParaRPr lang="en-US"/>
          </a:p>
        </p:txBody>
      </p:sp>
    </p:spTree>
    <p:extLst>
      <p:ext uri="{BB962C8B-B14F-4D97-AF65-F5344CB8AC3E}">
        <p14:creationId xmlns:p14="http://schemas.microsoft.com/office/powerpoint/2010/main" val="1624960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D250BE-E9D9-DCF3-69B8-417E0ED094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4FFAB68-3567-1C8E-4173-CCB98E3C91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3900B6E-E3CB-E14D-A6BD-8F3C16E244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87D4BC-5428-856C-B2D0-D012F807E53B}"/>
              </a:ext>
            </a:extLst>
          </p:cNvPr>
          <p:cNvSpPr>
            <a:spLocks noGrp="1"/>
          </p:cNvSpPr>
          <p:nvPr>
            <p:ph type="dt" sz="half" idx="10"/>
          </p:nvPr>
        </p:nvSpPr>
        <p:spPr/>
        <p:txBody>
          <a:bodyPr/>
          <a:lstStyle/>
          <a:p>
            <a:fld id="{F9042878-2EA3-4E48-9EAD-8B11E08A2787}" type="datetimeFigureOut">
              <a:rPr lang="en-US" smtClean="0"/>
              <a:t>5/7/2025</a:t>
            </a:fld>
            <a:endParaRPr lang="en-US"/>
          </a:p>
        </p:txBody>
      </p:sp>
      <p:sp>
        <p:nvSpPr>
          <p:cNvPr id="6" name="Footer Placeholder 5">
            <a:extLst>
              <a:ext uri="{FF2B5EF4-FFF2-40B4-BE49-F238E27FC236}">
                <a16:creationId xmlns:a16="http://schemas.microsoft.com/office/drawing/2014/main" id="{D7D01111-3702-85FB-CBB0-F83F7BE5DE2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8E6BA6F-3DCF-E6A5-8CD7-F0743E58CE53}"/>
              </a:ext>
            </a:extLst>
          </p:cNvPr>
          <p:cNvSpPr>
            <a:spLocks noGrp="1"/>
          </p:cNvSpPr>
          <p:nvPr>
            <p:ph type="sldNum" sz="quarter" idx="12"/>
          </p:nvPr>
        </p:nvSpPr>
        <p:spPr/>
        <p:txBody>
          <a:bodyPr/>
          <a:lstStyle/>
          <a:p>
            <a:fld id="{AFE88493-5ADE-4210-845B-08821F9FCC8F}" type="slidenum">
              <a:rPr lang="en-US" smtClean="0"/>
              <a:t>‹#›</a:t>
            </a:fld>
            <a:endParaRPr lang="en-US"/>
          </a:p>
        </p:txBody>
      </p:sp>
    </p:spTree>
    <p:extLst>
      <p:ext uri="{BB962C8B-B14F-4D97-AF65-F5344CB8AC3E}">
        <p14:creationId xmlns:p14="http://schemas.microsoft.com/office/powerpoint/2010/main" val="24123237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3F055-4687-622E-84CE-1E716498C4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B93C9D9-7A53-B76B-11C9-0C8AA895BD7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9755C29-E27D-1B25-EBB0-889C6F756A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C1B738-BBCA-40D5-C0B9-9B8F18B00BEB}"/>
              </a:ext>
            </a:extLst>
          </p:cNvPr>
          <p:cNvSpPr>
            <a:spLocks noGrp="1"/>
          </p:cNvSpPr>
          <p:nvPr>
            <p:ph type="dt" sz="half" idx="10"/>
          </p:nvPr>
        </p:nvSpPr>
        <p:spPr/>
        <p:txBody>
          <a:bodyPr/>
          <a:lstStyle/>
          <a:p>
            <a:fld id="{F9042878-2EA3-4E48-9EAD-8B11E08A2787}" type="datetimeFigureOut">
              <a:rPr lang="en-US" smtClean="0"/>
              <a:t>5/7/2025</a:t>
            </a:fld>
            <a:endParaRPr lang="en-US"/>
          </a:p>
        </p:txBody>
      </p:sp>
      <p:sp>
        <p:nvSpPr>
          <p:cNvPr id="6" name="Footer Placeholder 5">
            <a:extLst>
              <a:ext uri="{FF2B5EF4-FFF2-40B4-BE49-F238E27FC236}">
                <a16:creationId xmlns:a16="http://schemas.microsoft.com/office/drawing/2014/main" id="{E345D22E-D5A4-7866-B87F-9D5AF525097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8F39605-9147-65CE-A29A-62C5E9B211F1}"/>
              </a:ext>
            </a:extLst>
          </p:cNvPr>
          <p:cNvSpPr>
            <a:spLocks noGrp="1"/>
          </p:cNvSpPr>
          <p:nvPr>
            <p:ph type="sldNum" sz="quarter" idx="12"/>
          </p:nvPr>
        </p:nvSpPr>
        <p:spPr/>
        <p:txBody>
          <a:bodyPr/>
          <a:lstStyle/>
          <a:p>
            <a:fld id="{AFE88493-5ADE-4210-845B-08821F9FCC8F}" type="slidenum">
              <a:rPr lang="en-US" smtClean="0"/>
              <a:t>‹#›</a:t>
            </a:fld>
            <a:endParaRPr lang="en-US"/>
          </a:p>
        </p:txBody>
      </p:sp>
    </p:spTree>
    <p:extLst>
      <p:ext uri="{BB962C8B-B14F-4D97-AF65-F5344CB8AC3E}">
        <p14:creationId xmlns:p14="http://schemas.microsoft.com/office/powerpoint/2010/main" val="27385557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AFA81-29E0-AA68-AA31-BD6961C4A5F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FCD16C4-AEB8-FD0C-38B4-79B91BA87D4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0BEBF9-EEDE-87B1-BFB8-E90863348156}"/>
              </a:ext>
            </a:extLst>
          </p:cNvPr>
          <p:cNvSpPr>
            <a:spLocks noGrp="1"/>
          </p:cNvSpPr>
          <p:nvPr>
            <p:ph type="dt" sz="half" idx="10"/>
          </p:nvPr>
        </p:nvSpPr>
        <p:spPr/>
        <p:txBody>
          <a:bodyPr/>
          <a:lstStyle/>
          <a:p>
            <a:fld id="{F9042878-2EA3-4E48-9EAD-8B11E08A2787}" type="datetimeFigureOut">
              <a:rPr lang="en-US" smtClean="0"/>
              <a:t>5/7/2025</a:t>
            </a:fld>
            <a:endParaRPr lang="en-US"/>
          </a:p>
        </p:txBody>
      </p:sp>
      <p:sp>
        <p:nvSpPr>
          <p:cNvPr id="5" name="Footer Placeholder 4">
            <a:extLst>
              <a:ext uri="{FF2B5EF4-FFF2-40B4-BE49-F238E27FC236}">
                <a16:creationId xmlns:a16="http://schemas.microsoft.com/office/drawing/2014/main" id="{3A78C32B-525E-0C4B-D372-FF778DDBEC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011930-5859-AADD-2035-6506D90B1372}"/>
              </a:ext>
            </a:extLst>
          </p:cNvPr>
          <p:cNvSpPr>
            <a:spLocks noGrp="1"/>
          </p:cNvSpPr>
          <p:nvPr>
            <p:ph type="sldNum" sz="quarter" idx="12"/>
          </p:nvPr>
        </p:nvSpPr>
        <p:spPr/>
        <p:txBody>
          <a:bodyPr/>
          <a:lstStyle/>
          <a:p>
            <a:fld id="{AFE88493-5ADE-4210-845B-08821F9FCC8F}" type="slidenum">
              <a:rPr lang="en-US" smtClean="0"/>
              <a:t>‹#›</a:t>
            </a:fld>
            <a:endParaRPr lang="en-US"/>
          </a:p>
        </p:txBody>
      </p:sp>
    </p:spTree>
    <p:extLst>
      <p:ext uri="{BB962C8B-B14F-4D97-AF65-F5344CB8AC3E}">
        <p14:creationId xmlns:p14="http://schemas.microsoft.com/office/powerpoint/2010/main" val="40323599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9A4FE92-DAD8-FC43-A9F6-090E5F93424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9971E2A-96A7-ACC8-C9B1-FA2DBD8DC2B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283CB8-4018-E10F-B6CB-69D51B1BDE0B}"/>
              </a:ext>
            </a:extLst>
          </p:cNvPr>
          <p:cNvSpPr>
            <a:spLocks noGrp="1"/>
          </p:cNvSpPr>
          <p:nvPr>
            <p:ph type="dt" sz="half" idx="10"/>
          </p:nvPr>
        </p:nvSpPr>
        <p:spPr/>
        <p:txBody>
          <a:bodyPr/>
          <a:lstStyle/>
          <a:p>
            <a:fld id="{F9042878-2EA3-4E48-9EAD-8B11E08A2787}" type="datetimeFigureOut">
              <a:rPr lang="en-US" smtClean="0"/>
              <a:t>5/7/2025</a:t>
            </a:fld>
            <a:endParaRPr lang="en-US"/>
          </a:p>
        </p:txBody>
      </p:sp>
      <p:sp>
        <p:nvSpPr>
          <p:cNvPr id="5" name="Footer Placeholder 4">
            <a:extLst>
              <a:ext uri="{FF2B5EF4-FFF2-40B4-BE49-F238E27FC236}">
                <a16:creationId xmlns:a16="http://schemas.microsoft.com/office/drawing/2014/main" id="{B2633C43-8E71-7FCA-5876-776BE990CF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221857-87FC-10B2-3006-21EFF30D9F7A}"/>
              </a:ext>
            </a:extLst>
          </p:cNvPr>
          <p:cNvSpPr>
            <a:spLocks noGrp="1"/>
          </p:cNvSpPr>
          <p:nvPr>
            <p:ph type="sldNum" sz="quarter" idx="12"/>
          </p:nvPr>
        </p:nvSpPr>
        <p:spPr/>
        <p:txBody>
          <a:bodyPr/>
          <a:lstStyle/>
          <a:p>
            <a:fld id="{AFE88493-5ADE-4210-845B-08821F9FCC8F}" type="slidenum">
              <a:rPr lang="en-US" smtClean="0"/>
              <a:t>‹#›</a:t>
            </a:fld>
            <a:endParaRPr lang="en-US"/>
          </a:p>
        </p:txBody>
      </p:sp>
    </p:spTree>
    <p:extLst>
      <p:ext uri="{BB962C8B-B14F-4D97-AF65-F5344CB8AC3E}">
        <p14:creationId xmlns:p14="http://schemas.microsoft.com/office/powerpoint/2010/main" val="8947619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F318F19-DC74-C21E-CB9F-BF60550476D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E98F554-F876-92B4-07EA-F28071F2726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D234AC-9965-1032-6E03-8321E85E972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9042878-2EA3-4E48-9EAD-8B11E08A2787}" type="datetimeFigureOut">
              <a:rPr lang="en-US" smtClean="0"/>
              <a:t>5/7/2025</a:t>
            </a:fld>
            <a:endParaRPr lang="en-US"/>
          </a:p>
        </p:txBody>
      </p:sp>
      <p:sp>
        <p:nvSpPr>
          <p:cNvPr id="5" name="Footer Placeholder 4">
            <a:extLst>
              <a:ext uri="{FF2B5EF4-FFF2-40B4-BE49-F238E27FC236}">
                <a16:creationId xmlns:a16="http://schemas.microsoft.com/office/drawing/2014/main" id="{9CD51C0D-BDC7-5169-1641-44A46FDCBA5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BFDBB87-9CC6-5B3F-B27D-C96DD5752DF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FE88493-5ADE-4210-845B-08821F9FCC8F}" type="slidenum">
              <a:rPr lang="en-US" smtClean="0"/>
              <a:t>‹#›</a:t>
            </a:fld>
            <a:endParaRPr lang="en-US"/>
          </a:p>
        </p:txBody>
      </p:sp>
    </p:spTree>
    <p:extLst>
      <p:ext uri="{BB962C8B-B14F-4D97-AF65-F5344CB8AC3E}">
        <p14:creationId xmlns:p14="http://schemas.microsoft.com/office/powerpoint/2010/main" val="6074689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F75AD06-DFC4-4B3A-8490-330823D081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C587C93-0840-40DF-96D5-D1F2137E64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E753CDD8-C7AD-9475-0A55-CC3D936F7383}"/>
              </a:ext>
            </a:extLst>
          </p:cNvPr>
          <p:cNvSpPr>
            <a:spLocks noGrp="1"/>
          </p:cNvSpPr>
          <p:nvPr>
            <p:ph type="ctrTitle"/>
          </p:nvPr>
        </p:nvSpPr>
        <p:spPr>
          <a:xfrm>
            <a:off x="804672" y="1401859"/>
            <a:ext cx="4130185" cy="4054282"/>
          </a:xfrm>
        </p:spPr>
        <p:txBody>
          <a:bodyPr vert="horz" lIns="91440" tIns="45720" rIns="91440" bIns="45720" rtlCol="0" anchor="ctr">
            <a:normAutofit/>
          </a:bodyPr>
          <a:lstStyle/>
          <a:p>
            <a:pPr algn="l"/>
            <a:r>
              <a:rPr lang="en-US" sz="3600" kern="1200" dirty="0">
                <a:solidFill>
                  <a:schemeClr val="tx2"/>
                </a:solidFill>
                <a:latin typeface="+mj-lt"/>
                <a:ea typeface="+mj-ea"/>
                <a:cs typeface="+mj-cs"/>
              </a:rPr>
              <a:t>Final Project</a:t>
            </a:r>
            <a:br>
              <a:rPr lang="en-US" sz="3600" kern="1200" dirty="0">
                <a:solidFill>
                  <a:schemeClr val="tx2"/>
                </a:solidFill>
                <a:latin typeface="+mj-lt"/>
                <a:ea typeface="+mj-ea"/>
                <a:cs typeface="+mj-cs"/>
              </a:rPr>
            </a:br>
            <a:endParaRPr lang="en-US" sz="3600" kern="1200" dirty="0">
              <a:solidFill>
                <a:schemeClr val="tx2"/>
              </a:solidFill>
              <a:latin typeface="+mj-lt"/>
              <a:ea typeface="+mj-ea"/>
              <a:cs typeface="+mj-cs"/>
            </a:endParaRPr>
          </a:p>
        </p:txBody>
      </p:sp>
      <p:grpSp>
        <p:nvGrpSpPr>
          <p:cNvPr id="12" name="Group 11">
            <a:extLst>
              <a:ext uri="{FF2B5EF4-FFF2-40B4-BE49-F238E27FC236}">
                <a16:creationId xmlns:a16="http://schemas.microsoft.com/office/drawing/2014/main" id="{5E02D55A-F529-4B19-BAF9-F63240A7B4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3839" y="0"/>
            <a:ext cx="4324865" cy="2641149"/>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60367E3C-3947-493D-9458-5955DB20AE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1E8D9785-21DB-4CE6-B138-2999AD6161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43AA5AD5-8F29-4165-8112-305DDDDDD0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A4EC0CF-F38F-4D7F-B48D-9A26E814DF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Subtitle 2">
            <a:extLst>
              <a:ext uri="{FF2B5EF4-FFF2-40B4-BE49-F238E27FC236}">
                <a16:creationId xmlns:a16="http://schemas.microsoft.com/office/drawing/2014/main" id="{645F2C5C-3469-9092-7F6E-C26438680A8B}"/>
              </a:ext>
            </a:extLst>
          </p:cNvPr>
          <p:cNvSpPr>
            <a:spLocks noGrp="1"/>
          </p:cNvSpPr>
          <p:nvPr>
            <p:ph type="subTitle" idx="1"/>
          </p:nvPr>
        </p:nvSpPr>
        <p:spPr>
          <a:xfrm>
            <a:off x="5463644" y="2743201"/>
            <a:ext cx="6128539" cy="3968101"/>
          </a:xfrm>
        </p:spPr>
        <p:txBody>
          <a:bodyPr vert="horz" lIns="91440" tIns="45720" rIns="91440" bIns="45720" numCol="2" rtlCol="0" anchor="ctr">
            <a:normAutofit/>
          </a:bodyPr>
          <a:lstStyle/>
          <a:p>
            <a:pPr algn="l"/>
            <a:r>
              <a:rPr lang="en-US" sz="1800" u="sng" dirty="0">
                <a:solidFill>
                  <a:schemeClr val="tx2"/>
                </a:solidFill>
              </a:rPr>
              <a:t>Data Visualization</a:t>
            </a:r>
          </a:p>
          <a:p>
            <a:pPr algn="l"/>
            <a:r>
              <a:rPr lang="en-US" sz="1800" dirty="0">
                <a:solidFill>
                  <a:schemeClr val="tx2"/>
                </a:solidFill>
              </a:rPr>
              <a:t>BA-54050-004</a:t>
            </a:r>
          </a:p>
          <a:p>
            <a:pPr algn="l"/>
            <a:r>
              <a:rPr lang="en-US" sz="1800" dirty="0">
                <a:solidFill>
                  <a:schemeClr val="tx2"/>
                </a:solidFill>
              </a:rPr>
              <a:t>Professor Shahla Asadi</a:t>
            </a:r>
          </a:p>
          <a:p>
            <a:pPr algn="l"/>
            <a:r>
              <a:rPr lang="en-US" sz="1800" dirty="0">
                <a:solidFill>
                  <a:schemeClr val="tx2"/>
                </a:solidFill>
              </a:rPr>
              <a:t>May 8, 2025</a:t>
            </a:r>
          </a:p>
          <a:p>
            <a:pPr algn="l"/>
            <a:endParaRPr lang="en-US" sz="1800" dirty="0">
              <a:solidFill>
                <a:schemeClr val="tx2"/>
              </a:solidFill>
            </a:endParaRPr>
          </a:p>
          <a:p>
            <a:pPr algn="l"/>
            <a:endParaRPr lang="en-US" sz="1800" dirty="0">
              <a:solidFill>
                <a:schemeClr val="tx2"/>
              </a:solidFill>
            </a:endParaRPr>
          </a:p>
          <a:p>
            <a:pPr algn="l"/>
            <a:r>
              <a:rPr lang="en-US" sz="1800" u="sng" dirty="0">
                <a:solidFill>
                  <a:schemeClr val="tx2"/>
                </a:solidFill>
              </a:rPr>
              <a:t>Group 4</a:t>
            </a:r>
          </a:p>
          <a:p>
            <a:pPr algn="l"/>
            <a:r>
              <a:rPr lang="en-US" sz="1800" dirty="0">
                <a:solidFill>
                  <a:schemeClr val="tx2"/>
                </a:solidFill>
              </a:rPr>
              <a:t>Bhavya Jeevani Thandu</a:t>
            </a:r>
          </a:p>
          <a:p>
            <a:pPr algn="l"/>
            <a:r>
              <a:rPr lang="en-US" sz="1800" dirty="0">
                <a:solidFill>
                  <a:schemeClr val="tx2"/>
                </a:solidFill>
              </a:rPr>
              <a:t>Sairam Jammu</a:t>
            </a:r>
          </a:p>
          <a:p>
            <a:pPr algn="l"/>
            <a:r>
              <a:rPr lang="en-US" sz="1800" dirty="0">
                <a:solidFill>
                  <a:schemeClr val="tx2"/>
                </a:solidFill>
              </a:rPr>
              <a:t>Eric Draper</a:t>
            </a:r>
          </a:p>
          <a:p>
            <a:pPr algn="l"/>
            <a:endParaRPr lang="en-US" sz="1800" dirty="0">
              <a:solidFill>
                <a:schemeClr val="tx2"/>
              </a:solidFill>
            </a:endParaRPr>
          </a:p>
        </p:txBody>
      </p:sp>
      <p:grpSp>
        <p:nvGrpSpPr>
          <p:cNvPr id="18" name="Group 17">
            <a:extLst>
              <a:ext uri="{FF2B5EF4-FFF2-40B4-BE49-F238E27FC236}">
                <a16:creationId xmlns:a16="http://schemas.microsoft.com/office/drawing/2014/main" id="{47A3A52F-BCB3-444D-9372-EE018B135C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8535970" y="4114799"/>
            <a:ext cx="3655725" cy="2743201"/>
            <a:chOff x="-305" y="-1"/>
            <a:chExt cx="3832880" cy="2876136"/>
          </a:xfrm>
        </p:grpSpPr>
        <p:sp>
          <p:nvSpPr>
            <p:cNvPr id="19" name="Freeform: Shape 18">
              <a:extLst>
                <a:ext uri="{FF2B5EF4-FFF2-40B4-BE49-F238E27FC236}">
                  <a16:creationId xmlns:a16="http://schemas.microsoft.com/office/drawing/2014/main" id="{91E32C13-DED6-4967-85B8-68DD77103F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38DDA515-BC6A-47FB-951E-E1E7928750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B97EEFA7-6787-4EC0-8284-6D3D273061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1A9621AC-50AB-4B43-896D-78FE571A38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1464721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B715B75-426B-77FD-543D-0B7F140CC91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120D1B3-FED3-495D-B16F-4C2C6297D7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0EC7C5B-E15A-FC35-9F52-8494D7BD4D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23967B2E-7A97-5BCE-ABCB-A55F027F5F8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3839" y="0"/>
            <a:ext cx="4324865" cy="2641149"/>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9BB4624B-0613-85EC-250A-F4347620D8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366896B2-7586-4C3A-5E1B-1046C63B15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CFB8C1C7-C793-8B3C-ED3E-EF1923AB5A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8DA2E3C4-7404-0578-A173-7041A41D67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Subtitle 2">
            <a:extLst>
              <a:ext uri="{FF2B5EF4-FFF2-40B4-BE49-F238E27FC236}">
                <a16:creationId xmlns:a16="http://schemas.microsoft.com/office/drawing/2014/main" id="{1E610EF5-FC70-56CD-8E6B-3AA88F8586A6}"/>
              </a:ext>
            </a:extLst>
          </p:cNvPr>
          <p:cNvSpPr>
            <a:spLocks noGrp="1"/>
          </p:cNvSpPr>
          <p:nvPr>
            <p:ph type="subTitle" idx="1"/>
          </p:nvPr>
        </p:nvSpPr>
        <p:spPr>
          <a:xfrm>
            <a:off x="3639918" y="1985073"/>
            <a:ext cx="5582194" cy="3849670"/>
          </a:xfrm>
        </p:spPr>
        <p:txBody>
          <a:bodyPr vert="horz" lIns="91440" tIns="45720" rIns="91440" bIns="45720" numCol="1" rtlCol="0" anchor="ctr">
            <a:normAutofit/>
          </a:bodyPr>
          <a:lstStyle/>
          <a:p>
            <a:pPr algn="l"/>
            <a:r>
              <a:rPr lang="en-US" sz="2800" dirty="0">
                <a:solidFill>
                  <a:schemeClr val="tx2"/>
                </a:solidFill>
              </a:rPr>
              <a:t>Overview</a:t>
            </a:r>
          </a:p>
          <a:p>
            <a:pPr algn="l"/>
            <a:r>
              <a:rPr lang="en-US" sz="2800" dirty="0">
                <a:solidFill>
                  <a:schemeClr val="tx2"/>
                </a:solidFill>
              </a:rPr>
              <a:t>Problem Statement</a:t>
            </a:r>
          </a:p>
          <a:p>
            <a:pPr algn="l"/>
            <a:r>
              <a:rPr lang="en-US" sz="2800" dirty="0">
                <a:solidFill>
                  <a:schemeClr val="tx2"/>
                </a:solidFill>
              </a:rPr>
              <a:t>Data Exploration &amp; Cleansing</a:t>
            </a:r>
          </a:p>
          <a:p>
            <a:pPr algn="l"/>
            <a:r>
              <a:rPr lang="en-US" sz="2800" dirty="0">
                <a:solidFill>
                  <a:schemeClr val="tx2"/>
                </a:solidFill>
              </a:rPr>
              <a:t>Sales &amp; Product Questions</a:t>
            </a:r>
          </a:p>
          <a:p>
            <a:pPr algn="l"/>
            <a:r>
              <a:rPr lang="en-US" sz="2800" dirty="0">
                <a:solidFill>
                  <a:schemeClr val="tx2"/>
                </a:solidFill>
              </a:rPr>
              <a:t>Dashboards</a:t>
            </a:r>
          </a:p>
          <a:p>
            <a:pPr algn="l"/>
            <a:r>
              <a:rPr lang="en-US" sz="2800" dirty="0">
                <a:solidFill>
                  <a:schemeClr val="tx2"/>
                </a:solidFill>
              </a:rPr>
              <a:t>Additional Observations</a:t>
            </a:r>
          </a:p>
          <a:p>
            <a:pPr algn="l"/>
            <a:r>
              <a:rPr lang="en-US" sz="2800" dirty="0">
                <a:solidFill>
                  <a:schemeClr val="tx2"/>
                </a:solidFill>
              </a:rPr>
              <a:t>Final Thoughts</a:t>
            </a:r>
          </a:p>
        </p:txBody>
      </p:sp>
      <p:grpSp>
        <p:nvGrpSpPr>
          <p:cNvPr id="18" name="Group 17">
            <a:extLst>
              <a:ext uri="{FF2B5EF4-FFF2-40B4-BE49-F238E27FC236}">
                <a16:creationId xmlns:a16="http://schemas.microsoft.com/office/drawing/2014/main" id="{D88D9FFC-9751-00DA-79B3-F420A89636A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8535970" y="4114799"/>
            <a:ext cx="3655725" cy="2743201"/>
            <a:chOff x="-305" y="-1"/>
            <a:chExt cx="3832880" cy="2876136"/>
          </a:xfrm>
        </p:grpSpPr>
        <p:sp>
          <p:nvSpPr>
            <p:cNvPr id="19" name="Freeform: Shape 18">
              <a:extLst>
                <a:ext uri="{FF2B5EF4-FFF2-40B4-BE49-F238E27FC236}">
                  <a16:creationId xmlns:a16="http://schemas.microsoft.com/office/drawing/2014/main" id="{9764295D-A4A3-E4B9-40B2-5ED1E1FB92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0101A87C-C7BC-E0B2-DF46-9EFED71878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D9753809-6842-4C79-3945-EFAFB37B36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9F2F51E7-3087-96DE-4BBB-1522CBFA48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8184627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31F3EDB-27E3-B3C5-201A-F824A5BFFDF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430984-DC8F-86C2-4302-588ED069EC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0232EEA-06CA-3954-DFA8-7866AFE17F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93677D9-1364-571B-8417-2BFBE91071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3839" y="0"/>
            <a:ext cx="4324865" cy="2641149"/>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BFCE9D44-E9DF-D62A-9A47-F0356D4135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4927AF16-C11A-7E0E-CBBA-F50506A7A8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A269C064-E534-80C2-2F97-0745F04246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7AFDD595-8301-BC00-D3EA-DF39AF3ACD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Subtitle 2">
            <a:extLst>
              <a:ext uri="{FF2B5EF4-FFF2-40B4-BE49-F238E27FC236}">
                <a16:creationId xmlns:a16="http://schemas.microsoft.com/office/drawing/2014/main" id="{174F166E-B500-6075-3459-71AAAB67C990}"/>
              </a:ext>
            </a:extLst>
          </p:cNvPr>
          <p:cNvSpPr>
            <a:spLocks noGrp="1"/>
          </p:cNvSpPr>
          <p:nvPr>
            <p:ph type="subTitle" idx="1"/>
          </p:nvPr>
        </p:nvSpPr>
        <p:spPr>
          <a:xfrm>
            <a:off x="561194" y="3579213"/>
            <a:ext cx="7864349" cy="3136247"/>
          </a:xfrm>
        </p:spPr>
        <p:txBody>
          <a:bodyPr vert="horz" lIns="91440" tIns="45720" rIns="91440" bIns="45720" numCol="1" rtlCol="0" anchor="ctr">
            <a:normAutofit/>
          </a:bodyPr>
          <a:lstStyle/>
          <a:p>
            <a:pPr algn="l">
              <a:spcBef>
                <a:spcPts val="450"/>
              </a:spcBef>
              <a:spcAft>
                <a:spcPts val="450"/>
              </a:spcAft>
              <a:buNone/>
            </a:pPr>
            <a:r>
              <a:rPr lang="en-US" sz="2000" b="1" dirty="0">
                <a:solidFill>
                  <a:srgbClr val="273540"/>
                </a:solidFill>
                <a:latin typeface="Lato" panose="020F0502020204030203" pitchFamily="34" charset="0"/>
              </a:rPr>
              <a:t>Overview </a:t>
            </a:r>
          </a:p>
          <a:p>
            <a:pPr algn="l">
              <a:spcBef>
                <a:spcPts val="900"/>
              </a:spcBef>
              <a:spcAft>
                <a:spcPts val="900"/>
              </a:spcAft>
            </a:pPr>
            <a:r>
              <a:rPr lang="en-US" sz="1600" dirty="0">
                <a:solidFill>
                  <a:srgbClr val="273540"/>
                </a:solidFill>
                <a:latin typeface="Lato" panose="020F0502020204030203" pitchFamily="34" charset="0"/>
              </a:rPr>
              <a:t>Kent </a:t>
            </a:r>
            <a:r>
              <a:rPr lang="en-US" sz="1600" b="0" i="0" dirty="0">
                <a:solidFill>
                  <a:srgbClr val="273540"/>
                </a:solidFill>
                <a:effectLst/>
                <a:latin typeface="Lato" panose="020F0502020204030203" pitchFamily="34" charset="0"/>
              </a:rPr>
              <a:t>Natural Food Store (KNFS) is a Co-Op that serves the community as a full-service grocery, offering fresh produce, bulk foods, packaged and refrigerated products, natural health and beauty products, vitamins and herbal supplements. They primarily carry local and organic items, and specialize in products without artificial ingredients, toxic chemicals or products tested on animals. Essentially, they provide safe, non-toxic and environmentally friendly products.</a:t>
            </a:r>
            <a:endParaRPr lang="en-US" sz="1800" dirty="0">
              <a:solidFill>
                <a:schemeClr val="tx2"/>
              </a:solidFill>
            </a:endParaRPr>
          </a:p>
        </p:txBody>
      </p:sp>
      <p:grpSp>
        <p:nvGrpSpPr>
          <p:cNvPr id="18" name="Group 17">
            <a:extLst>
              <a:ext uri="{FF2B5EF4-FFF2-40B4-BE49-F238E27FC236}">
                <a16:creationId xmlns:a16="http://schemas.microsoft.com/office/drawing/2014/main" id="{C042D0FF-2D29-FA2C-0046-4FE22CD2DD0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8535970" y="4114799"/>
            <a:ext cx="3655725" cy="2743201"/>
            <a:chOff x="-305" y="-1"/>
            <a:chExt cx="3832880" cy="2876136"/>
          </a:xfrm>
        </p:grpSpPr>
        <p:sp>
          <p:nvSpPr>
            <p:cNvPr id="19" name="Freeform: Shape 18">
              <a:extLst>
                <a:ext uri="{FF2B5EF4-FFF2-40B4-BE49-F238E27FC236}">
                  <a16:creationId xmlns:a16="http://schemas.microsoft.com/office/drawing/2014/main" id="{A93866C3-55F6-4215-7C60-9C8C923BB1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42E26AD4-A0F2-2037-8A86-F5B9E2AE7B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EB9AD6CE-F93A-B5E1-E56C-DAA3555E04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067F482-8BF8-91B2-EC37-1736362A0A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026" name="Picture 2" descr="No photo description available.">
            <a:extLst>
              <a:ext uri="{FF2B5EF4-FFF2-40B4-BE49-F238E27FC236}">
                <a16:creationId xmlns:a16="http://schemas.microsoft.com/office/drawing/2014/main" id="{5DC806A9-5CBA-792E-E6D4-E07803DE7F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18451" y="535584"/>
            <a:ext cx="4712355" cy="31362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36954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DCCE1D1-E0AD-291D-A17D-23952277B37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89F5169-DF26-9887-B3D7-9E532E5249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76D0AFC-4016-340B-B496-1A02B8B83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83BAD338-E9E9-0B55-0D71-606B2533874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3839" y="0"/>
            <a:ext cx="4324865" cy="2641149"/>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A7B64E75-999D-3C46-6F98-AA91AF9EE5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DB9469E-BF1F-02F7-F3E3-7E6660E211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C33DF2B9-9FF5-1504-CC73-39089C2B98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3E58A707-F543-051C-8587-B2D5CB94DC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A5B58B8E-321C-60AD-FC4C-79BFC628B1F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8535970" y="4114799"/>
            <a:ext cx="3655725" cy="2743201"/>
            <a:chOff x="-305" y="-1"/>
            <a:chExt cx="3832880" cy="2876136"/>
          </a:xfrm>
        </p:grpSpPr>
        <p:sp>
          <p:nvSpPr>
            <p:cNvPr id="19" name="Freeform: Shape 18">
              <a:extLst>
                <a:ext uri="{FF2B5EF4-FFF2-40B4-BE49-F238E27FC236}">
                  <a16:creationId xmlns:a16="http://schemas.microsoft.com/office/drawing/2014/main" id="{B1A8213A-B6F0-80F4-57E7-23A68F0B8F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D90C6347-E3A1-97DC-2890-A0386C0B29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6D93EFD3-AE9A-C18F-5EBF-6469212ABC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ADBAE5E2-1A4C-DB74-077B-8AF7319A73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Subtitle 2">
            <a:extLst>
              <a:ext uri="{FF2B5EF4-FFF2-40B4-BE49-F238E27FC236}">
                <a16:creationId xmlns:a16="http://schemas.microsoft.com/office/drawing/2014/main" id="{BC4586FC-8BE5-8576-18C4-5C7033AC401D}"/>
              </a:ext>
            </a:extLst>
          </p:cNvPr>
          <p:cNvSpPr txBox="1">
            <a:spLocks/>
          </p:cNvSpPr>
          <p:nvPr/>
        </p:nvSpPr>
        <p:spPr>
          <a:xfrm>
            <a:off x="433065" y="3035519"/>
            <a:ext cx="8022957" cy="3225944"/>
          </a:xfrm>
          <a:prstGeom prst="rect">
            <a:avLst/>
          </a:prstGeom>
        </p:spPr>
        <p:txBody>
          <a:bodyPr vert="horz" lIns="91440" tIns="45720" rIns="91440" bIns="45720" numCol="1"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ts val="450"/>
              </a:spcBef>
              <a:spcAft>
                <a:spcPts val="450"/>
              </a:spcAft>
            </a:pPr>
            <a:r>
              <a:rPr lang="en-US" sz="1800" b="1" dirty="0">
                <a:solidFill>
                  <a:srgbClr val="273540"/>
                </a:solidFill>
                <a:latin typeface="Lato" panose="020F0502020204030203" pitchFamily="34" charset="0"/>
              </a:rPr>
              <a:t>Problem Statement </a:t>
            </a:r>
          </a:p>
          <a:p>
            <a:pPr algn="l">
              <a:spcBef>
                <a:spcPts val="450"/>
              </a:spcBef>
              <a:spcAft>
                <a:spcPts val="450"/>
              </a:spcAft>
            </a:pPr>
            <a:endParaRPr lang="en-US" sz="1500" dirty="0">
              <a:solidFill>
                <a:srgbClr val="273540"/>
              </a:solidFill>
              <a:latin typeface="Lato" panose="020F0502020204030203" pitchFamily="34" charset="0"/>
            </a:endParaRPr>
          </a:p>
          <a:p>
            <a:pPr algn="l">
              <a:spcBef>
                <a:spcPts val="450"/>
              </a:spcBef>
              <a:spcAft>
                <a:spcPts val="450"/>
              </a:spcAft>
            </a:pPr>
            <a:r>
              <a:rPr lang="en-US" sz="1600" dirty="0">
                <a:solidFill>
                  <a:srgbClr val="273540"/>
                </a:solidFill>
                <a:latin typeface="Lato" panose="020F0502020204030203" pitchFamily="34" charset="0"/>
              </a:rPr>
              <a:t>Given existing data provided, how can operations and sales be improved at the store?</a:t>
            </a:r>
          </a:p>
          <a:p>
            <a:pPr algn="l">
              <a:spcBef>
                <a:spcPts val="450"/>
              </a:spcBef>
              <a:spcAft>
                <a:spcPts val="450"/>
              </a:spcAft>
            </a:pPr>
            <a:r>
              <a:rPr lang="en-US" sz="1600" dirty="0">
                <a:solidFill>
                  <a:srgbClr val="273540"/>
                </a:solidFill>
                <a:latin typeface="Lato" panose="020F0502020204030203" pitchFamily="34" charset="0"/>
              </a:rPr>
              <a:t>ordered, when they should order, or how much they should order. Further, KNFS has no clear insight into how it should manage its operations to improve efficiency and effectiveness in fulfilling its mission of serving the local community. </a:t>
            </a:r>
          </a:p>
          <a:p>
            <a:pPr algn="l">
              <a:spcBef>
                <a:spcPts val="450"/>
              </a:spcBef>
              <a:spcAft>
                <a:spcPts val="450"/>
              </a:spcAft>
            </a:pPr>
            <a:endParaRPr lang="en-US" sz="1600" dirty="0">
              <a:solidFill>
                <a:srgbClr val="273540"/>
              </a:solidFill>
              <a:latin typeface="Lato" panose="020F0502020204030203" pitchFamily="34" charset="0"/>
            </a:endParaRPr>
          </a:p>
          <a:p>
            <a:pPr algn="l">
              <a:spcBef>
                <a:spcPts val="450"/>
              </a:spcBef>
              <a:spcAft>
                <a:spcPts val="450"/>
              </a:spcAft>
            </a:pPr>
            <a:r>
              <a:rPr lang="en-US" sz="1600" dirty="0">
                <a:solidFill>
                  <a:srgbClr val="273540"/>
                </a:solidFill>
                <a:latin typeface="Lato" panose="020F0502020204030203" pitchFamily="34" charset="0"/>
              </a:rPr>
              <a:t>One of the first issues facing KNFS is to have a better sense of the current store operations. Specifically, the seven buyers would like to have clarity on some of the following: </a:t>
            </a:r>
          </a:p>
        </p:txBody>
      </p:sp>
      <p:pic>
        <p:nvPicPr>
          <p:cNvPr id="9" name="Picture 8">
            <a:extLst>
              <a:ext uri="{FF2B5EF4-FFF2-40B4-BE49-F238E27FC236}">
                <a16:creationId xmlns:a16="http://schemas.microsoft.com/office/drawing/2014/main" id="{DB9F3B17-8695-566B-E6A5-5BF9735BCA44}"/>
              </a:ext>
            </a:extLst>
          </p:cNvPr>
          <p:cNvPicPr>
            <a:picLocks noChangeAspect="1"/>
          </p:cNvPicPr>
          <p:nvPr/>
        </p:nvPicPr>
        <p:blipFill>
          <a:blip r:embed="rId2"/>
          <a:stretch>
            <a:fillRect/>
          </a:stretch>
        </p:blipFill>
        <p:spPr>
          <a:xfrm>
            <a:off x="2875097" y="1373586"/>
            <a:ext cx="6211167" cy="771633"/>
          </a:xfrm>
          <a:prstGeom prst="rect">
            <a:avLst/>
          </a:prstGeom>
        </p:spPr>
      </p:pic>
      <p:pic>
        <p:nvPicPr>
          <p:cNvPr id="11" name="Picture 10">
            <a:extLst>
              <a:ext uri="{FF2B5EF4-FFF2-40B4-BE49-F238E27FC236}">
                <a16:creationId xmlns:a16="http://schemas.microsoft.com/office/drawing/2014/main" id="{28820195-6848-0809-68A3-6EE2788DFE43}"/>
              </a:ext>
            </a:extLst>
          </p:cNvPr>
          <p:cNvPicPr>
            <a:picLocks noChangeAspect="1"/>
          </p:cNvPicPr>
          <p:nvPr/>
        </p:nvPicPr>
        <p:blipFill>
          <a:blip r:embed="rId3"/>
          <a:stretch>
            <a:fillRect/>
          </a:stretch>
        </p:blipFill>
        <p:spPr>
          <a:xfrm>
            <a:off x="8887651" y="471626"/>
            <a:ext cx="2804628" cy="3015729"/>
          </a:xfrm>
          <a:prstGeom prst="rect">
            <a:avLst/>
          </a:prstGeom>
        </p:spPr>
      </p:pic>
    </p:spTree>
    <p:extLst>
      <p:ext uri="{BB962C8B-B14F-4D97-AF65-F5344CB8AC3E}">
        <p14:creationId xmlns:p14="http://schemas.microsoft.com/office/powerpoint/2010/main" val="24770708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F97F459-F766-72CB-9B37-619E37B56BE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C11F06D-A0A2-F941-E66C-F64F208095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5791C62-EC58-C855-3322-6F00276C8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835C99DC-6CEA-0E96-B795-F2B892C6E5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3839" y="0"/>
            <a:ext cx="4324865" cy="2641149"/>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48A05D0D-280F-C694-4870-FFA5BD7B3E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3918CA42-428D-841F-4488-9FCD9EDFE4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F5E59B03-460F-8516-7A39-05E44A1E3B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F5F26EC7-4585-D1EF-B123-68CEF13044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9A75898A-8C00-4E4F-DF7C-2F5CEEC2DD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8535970" y="4114799"/>
            <a:ext cx="3655725" cy="2743201"/>
            <a:chOff x="-305" y="-1"/>
            <a:chExt cx="3832880" cy="2876136"/>
          </a:xfrm>
        </p:grpSpPr>
        <p:sp>
          <p:nvSpPr>
            <p:cNvPr id="19" name="Freeform: Shape 18">
              <a:extLst>
                <a:ext uri="{FF2B5EF4-FFF2-40B4-BE49-F238E27FC236}">
                  <a16:creationId xmlns:a16="http://schemas.microsoft.com/office/drawing/2014/main" id="{069C1D10-6460-F12C-94AE-EFE3C9E7F5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17F344BF-31AD-B665-BDC0-B4154899AE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7CE808F4-4B33-DDFC-AE00-C438CE10C4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EA4F028D-7E42-B390-12BD-8BBB4B8418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Subtitle 2">
            <a:extLst>
              <a:ext uri="{FF2B5EF4-FFF2-40B4-BE49-F238E27FC236}">
                <a16:creationId xmlns:a16="http://schemas.microsoft.com/office/drawing/2014/main" id="{A64DAE1A-FD81-E5B0-D253-12C2136B83F2}"/>
              </a:ext>
            </a:extLst>
          </p:cNvPr>
          <p:cNvSpPr txBox="1">
            <a:spLocks/>
          </p:cNvSpPr>
          <p:nvPr/>
        </p:nvSpPr>
        <p:spPr>
          <a:xfrm>
            <a:off x="895492" y="2572124"/>
            <a:ext cx="8022957" cy="4119154"/>
          </a:xfrm>
          <a:prstGeom prst="rect">
            <a:avLst/>
          </a:prstGeom>
        </p:spPr>
        <p:txBody>
          <a:bodyPr vert="horz" lIns="91440" tIns="45720" rIns="91440" bIns="45720" numCol="1"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ts val="450"/>
              </a:spcBef>
              <a:spcAft>
                <a:spcPts val="450"/>
              </a:spcAft>
            </a:pPr>
            <a:r>
              <a:rPr lang="en-US" sz="1800" b="1" dirty="0">
                <a:solidFill>
                  <a:srgbClr val="273540"/>
                </a:solidFill>
                <a:latin typeface="Lato" panose="020F0502020204030203" pitchFamily="34" charset="0"/>
              </a:rPr>
              <a:t>Data Exploration and Cleansing</a:t>
            </a:r>
          </a:p>
          <a:p>
            <a:pPr algn="l">
              <a:spcBef>
                <a:spcPts val="450"/>
              </a:spcBef>
              <a:spcAft>
                <a:spcPts val="450"/>
              </a:spcAft>
            </a:pPr>
            <a:endParaRPr lang="en-US" sz="1500" dirty="0">
              <a:solidFill>
                <a:srgbClr val="273540"/>
              </a:solidFill>
              <a:latin typeface="Lato" panose="020F0502020204030203" pitchFamily="34" charset="0"/>
            </a:endParaRPr>
          </a:p>
          <a:p>
            <a:pPr algn="l">
              <a:spcBef>
                <a:spcPts val="450"/>
              </a:spcBef>
              <a:spcAft>
                <a:spcPts val="450"/>
              </a:spcAft>
            </a:pPr>
            <a:r>
              <a:rPr lang="en-US" sz="1600" dirty="0">
                <a:solidFill>
                  <a:srgbClr val="273540"/>
                </a:solidFill>
                <a:latin typeface="Lato" panose="020F0502020204030203" pitchFamily="34" charset="0"/>
              </a:rPr>
              <a:t>After loading the provided datasets, we visually inspected them. </a:t>
            </a:r>
          </a:p>
          <a:p>
            <a:pPr algn="l">
              <a:spcBef>
                <a:spcPts val="450"/>
              </a:spcBef>
              <a:spcAft>
                <a:spcPts val="450"/>
              </a:spcAft>
            </a:pPr>
            <a:endParaRPr lang="en-US" sz="300" dirty="0">
              <a:solidFill>
                <a:srgbClr val="273540"/>
              </a:solidFill>
              <a:latin typeface="Lato" panose="020F0502020204030203" pitchFamily="34" charset="0"/>
            </a:endParaRPr>
          </a:p>
          <a:p>
            <a:pPr algn="l">
              <a:spcBef>
                <a:spcPts val="450"/>
              </a:spcBef>
              <a:spcAft>
                <a:spcPts val="450"/>
              </a:spcAft>
            </a:pPr>
            <a:r>
              <a:rPr lang="en-US" sz="1600" dirty="0">
                <a:solidFill>
                  <a:srgbClr val="273540"/>
                </a:solidFill>
                <a:latin typeface="Lato" panose="020F0502020204030203" pitchFamily="34" charset="0"/>
              </a:rPr>
              <a:t>We observed:</a:t>
            </a:r>
          </a:p>
          <a:p>
            <a:pPr marL="742950" lvl="1" indent="-285750" algn="l">
              <a:spcBef>
                <a:spcPts val="450"/>
              </a:spcBef>
              <a:spcAft>
                <a:spcPts val="450"/>
              </a:spcAft>
              <a:buFont typeface="Arial" panose="020B0604020202020204" pitchFamily="34" charset="0"/>
              <a:buChar char="•"/>
            </a:pPr>
            <a:r>
              <a:rPr lang="en-US" sz="1200" dirty="0">
                <a:solidFill>
                  <a:srgbClr val="273540"/>
                </a:solidFill>
                <a:latin typeface="Lato" panose="020F0502020204030203" pitchFamily="34" charset="0"/>
              </a:rPr>
              <a:t>Data sets were not normalized, so defining table relationships would be difficult and require several additional hours of work.</a:t>
            </a:r>
          </a:p>
          <a:p>
            <a:pPr marL="742950" lvl="1" indent="-285750" algn="l">
              <a:spcBef>
                <a:spcPts val="450"/>
              </a:spcBef>
              <a:spcAft>
                <a:spcPts val="450"/>
              </a:spcAft>
              <a:buFont typeface="Arial" panose="020B0604020202020204" pitchFamily="34" charset="0"/>
              <a:buChar char="•"/>
            </a:pPr>
            <a:r>
              <a:rPr lang="en-US" sz="1200" dirty="0">
                <a:solidFill>
                  <a:srgbClr val="273540"/>
                </a:solidFill>
                <a:latin typeface="Lato" panose="020F0502020204030203" pitchFamily="34" charset="0"/>
              </a:rPr>
              <a:t>Several values were missing --- List tables and columns?</a:t>
            </a:r>
          </a:p>
          <a:p>
            <a:pPr lvl="1" algn="l">
              <a:spcBef>
                <a:spcPts val="450"/>
              </a:spcBef>
              <a:spcAft>
                <a:spcPts val="450"/>
              </a:spcAft>
            </a:pPr>
            <a:endParaRPr lang="en-US" sz="400" dirty="0">
              <a:solidFill>
                <a:srgbClr val="273540"/>
              </a:solidFill>
              <a:latin typeface="Lato" panose="020F0502020204030203" pitchFamily="34" charset="0"/>
            </a:endParaRPr>
          </a:p>
          <a:p>
            <a:pPr algn="l">
              <a:spcBef>
                <a:spcPts val="450"/>
              </a:spcBef>
              <a:spcAft>
                <a:spcPts val="450"/>
              </a:spcAft>
            </a:pPr>
            <a:r>
              <a:rPr lang="en-US" sz="1600" dirty="0">
                <a:solidFill>
                  <a:srgbClr val="273540"/>
                </a:solidFill>
                <a:latin typeface="Lato" panose="020F0502020204030203" pitchFamily="34" charset="0"/>
              </a:rPr>
              <a:t>We cleansed and prepared data as follows:</a:t>
            </a:r>
          </a:p>
          <a:p>
            <a:pPr marL="742950" lvl="1" indent="-285750" algn="l">
              <a:spcBef>
                <a:spcPts val="450"/>
              </a:spcBef>
              <a:spcAft>
                <a:spcPts val="450"/>
              </a:spcAft>
              <a:buFont typeface="Arial" panose="020B0604020202020204" pitchFamily="34" charset="0"/>
              <a:buChar char="•"/>
            </a:pPr>
            <a:r>
              <a:rPr lang="en-US" sz="1200" dirty="0">
                <a:solidFill>
                  <a:srgbClr val="273540"/>
                </a:solidFill>
                <a:latin typeface="Lato" panose="020F0502020204030203" pitchFamily="34" charset="0"/>
              </a:rPr>
              <a:t>blah</a:t>
            </a:r>
          </a:p>
          <a:p>
            <a:pPr marL="742950" lvl="1" indent="-285750" algn="l">
              <a:spcBef>
                <a:spcPts val="450"/>
              </a:spcBef>
              <a:spcAft>
                <a:spcPts val="450"/>
              </a:spcAft>
              <a:buFont typeface="Arial" panose="020B0604020202020204" pitchFamily="34" charset="0"/>
              <a:buChar char="•"/>
            </a:pPr>
            <a:r>
              <a:rPr lang="en-US" sz="1200" dirty="0">
                <a:solidFill>
                  <a:srgbClr val="273540"/>
                </a:solidFill>
                <a:latin typeface="Lato" panose="020F0502020204030203" pitchFamily="34" charset="0"/>
              </a:rPr>
              <a:t>Blah</a:t>
            </a:r>
          </a:p>
          <a:p>
            <a:pPr marL="742950" lvl="1" indent="-285750" algn="l">
              <a:spcBef>
                <a:spcPts val="450"/>
              </a:spcBef>
              <a:spcAft>
                <a:spcPts val="450"/>
              </a:spcAft>
              <a:buFont typeface="Arial" panose="020B0604020202020204" pitchFamily="34" charset="0"/>
              <a:buChar char="•"/>
            </a:pPr>
            <a:r>
              <a:rPr lang="en-US" sz="1200" dirty="0">
                <a:solidFill>
                  <a:srgbClr val="273540"/>
                </a:solidFill>
                <a:latin typeface="Lato" panose="020F0502020204030203" pitchFamily="34" charset="0"/>
              </a:rPr>
              <a:t>Define Metrics, added a column</a:t>
            </a:r>
          </a:p>
        </p:txBody>
      </p:sp>
      <p:pic>
        <p:nvPicPr>
          <p:cNvPr id="3" name="Picture 2">
            <a:extLst>
              <a:ext uri="{FF2B5EF4-FFF2-40B4-BE49-F238E27FC236}">
                <a16:creationId xmlns:a16="http://schemas.microsoft.com/office/drawing/2014/main" id="{00A58109-7041-A3F1-00FA-8CCA6F3E2CD1}"/>
              </a:ext>
            </a:extLst>
          </p:cNvPr>
          <p:cNvPicPr>
            <a:picLocks noChangeAspect="1"/>
          </p:cNvPicPr>
          <p:nvPr/>
        </p:nvPicPr>
        <p:blipFill>
          <a:blip r:embed="rId2"/>
          <a:stretch>
            <a:fillRect/>
          </a:stretch>
        </p:blipFill>
        <p:spPr>
          <a:xfrm>
            <a:off x="2091362" y="729942"/>
            <a:ext cx="4906060" cy="590632"/>
          </a:xfrm>
          <a:prstGeom prst="rect">
            <a:avLst/>
          </a:prstGeom>
        </p:spPr>
      </p:pic>
      <p:pic>
        <p:nvPicPr>
          <p:cNvPr id="5" name="Picture 4">
            <a:extLst>
              <a:ext uri="{FF2B5EF4-FFF2-40B4-BE49-F238E27FC236}">
                <a16:creationId xmlns:a16="http://schemas.microsoft.com/office/drawing/2014/main" id="{4918E688-BFDB-2E81-3A21-EF129B69EC7C}"/>
              </a:ext>
            </a:extLst>
          </p:cNvPr>
          <p:cNvPicPr>
            <a:picLocks noChangeAspect="1"/>
          </p:cNvPicPr>
          <p:nvPr/>
        </p:nvPicPr>
        <p:blipFill>
          <a:blip r:embed="rId3"/>
          <a:stretch>
            <a:fillRect/>
          </a:stretch>
        </p:blipFill>
        <p:spPr>
          <a:xfrm>
            <a:off x="8356904" y="592566"/>
            <a:ext cx="3164464" cy="2738723"/>
          </a:xfrm>
          <a:prstGeom prst="rect">
            <a:avLst/>
          </a:prstGeom>
        </p:spPr>
      </p:pic>
    </p:spTree>
    <p:extLst>
      <p:ext uri="{BB962C8B-B14F-4D97-AF65-F5344CB8AC3E}">
        <p14:creationId xmlns:p14="http://schemas.microsoft.com/office/powerpoint/2010/main" val="17544488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7A9ABB2-23E9-4EBD-BCD9-4599E28F564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D541324-0796-ED31-8FF4-1031B78B7B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41275F3-51A2-F9EE-2539-BEB0300CCF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6636D6F3-CED5-5910-7350-320C9736749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3839" y="0"/>
            <a:ext cx="4324865" cy="2641149"/>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1D9E48E6-5060-F6F5-AB2B-FD53E2FA2C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FCC383C5-A33E-8BAA-7A5C-FADF61ECEA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9B13648C-22A1-AE59-D40F-EFB588B39C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590F402F-B914-ADFD-EA11-915BEDCD28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Subtitle 2">
            <a:extLst>
              <a:ext uri="{FF2B5EF4-FFF2-40B4-BE49-F238E27FC236}">
                <a16:creationId xmlns:a16="http://schemas.microsoft.com/office/drawing/2014/main" id="{27A5ADAD-2F02-6133-28B0-8F5148375024}"/>
              </a:ext>
            </a:extLst>
          </p:cNvPr>
          <p:cNvSpPr>
            <a:spLocks noGrp="1"/>
          </p:cNvSpPr>
          <p:nvPr>
            <p:ph type="subTitle" idx="1"/>
          </p:nvPr>
        </p:nvSpPr>
        <p:spPr>
          <a:xfrm>
            <a:off x="1210492" y="2088055"/>
            <a:ext cx="8770606" cy="4698049"/>
          </a:xfrm>
        </p:spPr>
        <p:txBody>
          <a:bodyPr vert="horz" lIns="91440" tIns="45720" rIns="91440" bIns="45720" numCol="1" rtlCol="0" anchor="ctr">
            <a:normAutofit/>
          </a:bodyPr>
          <a:lstStyle/>
          <a:p>
            <a:pPr algn="l">
              <a:spcBef>
                <a:spcPts val="450"/>
              </a:spcBef>
              <a:spcAft>
                <a:spcPts val="450"/>
              </a:spcAft>
            </a:pPr>
            <a:r>
              <a:rPr lang="en-US" sz="1800" b="1" dirty="0">
                <a:solidFill>
                  <a:srgbClr val="273540"/>
                </a:solidFill>
                <a:latin typeface="Lato" panose="020F0502020204030203" pitchFamily="34" charset="0"/>
              </a:rPr>
              <a:t>Sales and Products Questions</a:t>
            </a:r>
          </a:p>
          <a:p>
            <a:pPr algn="l">
              <a:spcBef>
                <a:spcPts val="450"/>
              </a:spcBef>
              <a:spcAft>
                <a:spcPts val="450"/>
              </a:spcAft>
            </a:pPr>
            <a:endParaRPr lang="en-US" sz="1800" b="1" dirty="0">
              <a:solidFill>
                <a:srgbClr val="273540"/>
              </a:solidFill>
              <a:latin typeface="Lato" panose="020F0502020204030203" pitchFamily="34" charset="0"/>
            </a:endParaRPr>
          </a:p>
          <a:p>
            <a:pPr lvl="1" algn="l"/>
            <a:r>
              <a:rPr lang="en-US" sz="1600" dirty="0">
                <a:solidFill>
                  <a:schemeClr val="tx2"/>
                </a:solidFill>
              </a:rPr>
              <a:t>•	Which items are selling the most? </a:t>
            </a:r>
          </a:p>
          <a:p>
            <a:pPr lvl="1" algn="l"/>
            <a:r>
              <a:rPr lang="en-US" sz="1600" dirty="0">
                <a:solidFill>
                  <a:schemeClr val="tx2"/>
                </a:solidFill>
              </a:rPr>
              <a:t>•	Which items are selling the least? Or answer Lowest Sales by Department</a:t>
            </a:r>
          </a:p>
          <a:p>
            <a:pPr lvl="1" algn="l"/>
            <a:r>
              <a:rPr lang="en-US" sz="1600" dirty="0">
                <a:solidFill>
                  <a:schemeClr val="tx2"/>
                </a:solidFill>
              </a:rPr>
              <a:t>•	How much inventory do we have? By item quantity and cost. </a:t>
            </a:r>
          </a:p>
          <a:p>
            <a:pPr lvl="1" algn="l"/>
            <a:r>
              <a:rPr lang="en-US" sz="1600" dirty="0">
                <a:solidFill>
                  <a:schemeClr val="tx2"/>
                </a:solidFill>
              </a:rPr>
              <a:t>•	Are there items we should order soon? How much? </a:t>
            </a:r>
          </a:p>
          <a:p>
            <a:pPr lvl="1" algn="l"/>
            <a:r>
              <a:rPr lang="en-US" sz="1600" dirty="0">
                <a:solidFill>
                  <a:schemeClr val="tx2"/>
                </a:solidFill>
              </a:rPr>
              <a:t>•	Which items have been in inventory the longest? Especially important for perishables. </a:t>
            </a:r>
          </a:p>
          <a:p>
            <a:pPr lvl="1" algn="l"/>
            <a:r>
              <a:rPr lang="en-US" sz="1600" dirty="0">
                <a:solidFill>
                  <a:schemeClr val="tx2"/>
                </a:solidFill>
              </a:rPr>
              <a:t>•	What are the total sales? What are the related costs of goods sold? </a:t>
            </a:r>
          </a:p>
          <a:p>
            <a:pPr lvl="1" algn="l"/>
            <a:r>
              <a:rPr lang="en-US" sz="1600" dirty="0">
                <a:solidFill>
                  <a:schemeClr val="tx2"/>
                </a:solidFill>
              </a:rPr>
              <a:t>•	Which department generates the most sales? </a:t>
            </a:r>
          </a:p>
          <a:p>
            <a:pPr lvl="1" algn="l"/>
            <a:r>
              <a:rPr lang="en-US" sz="1600" dirty="0">
                <a:solidFill>
                  <a:schemeClr val="tx2"/>
                </a:solidFill>
              </a:rPr>
              <a:t>•	What are the Total Sales for the store? What about Total Cost? </a:t>
            </a:r>
          </a:p>
          <a:p>
            <a:pPr algn="l"/>
            <a:endParaRPr lang="en-US" sz="1800" dirty="0">
              <a:solidFill>
                <a:schemeClr val="tx2"/>
              </a:solidFill>
            </a:endParaRPr>
          </a:p>
        </p:txBody>
      </p:sp>
      <p:grpSp>
        <p:nvGrpSpPr>
          <p:cNvPr id="18" name="Group 17">
            <a:extLst>
              <a:ext uri="{FF2B5EF4-FFF2-40B4-BE49-F238E27FC236}">
                <a16:creationId xmlns:a16="http://schemas.microsoft.com/office/drawing/2014/main" id="{53D29464-5DD9-A11B-DACF-AB2983DD566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8535970" y="4114799"/>
            <a:ext cx="3655725" cy="2743201"/>
            <a:chOff x="-305" y="-1"/>
            <a:chExt cx="3832880" cy="2876136"/>
          </a:xfrm>
        </p:grpSpPr>
        <p:sp>
          <p:nvSpPr>
            <p:cNvPr id="19" name="Freeform: Shape 18">
              <a:extLst>
                <a:ext uri="{FF2B5EF4-FFF2-40B4-BE49-F238E27FC236}">
                  <a16:creationId xmlns:a16="http://schemas.microsoft.com/office/drawing/2014/main" id="{11849D0E-9BE8-5A4E-D871-1A77DCD7D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14883DF6-5775-DBF4-F986-E8091559C7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3DFF7D57-53DF-E78B-2E2A-16F9B4C905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96B20C64-42E5-1636-312A-CE6D72F7C2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7" name="Picture 16">
            <a:extLst>
              <a:ext uri="{FF2B5EF4-FFF2-40B4-BE49-F238E27FC236}">
                <a16:creationId xmlns:a16="http://schemas.microsoft.com/office/drawing/2014/main" id="{1D9C7DE4-3EBB-21E2-A172-A9FA2C6CE940}"/>
              </a:ext>
            </a:extLst>
          </p:cNvPr>
          <p:cNvPicPr>
            <a:picLocks noChangeAspect="1"/>
          </p:cNvPicPr>
          <p:nvPr/>
        </p:nvPicPr>
        <p:blipFill>
          <a:blip r:embed="rId2"/>
          <a:stretch>
            <a:fillRect/>
          </a:stretch>
        </p:blipFill>
        <p:spPr>
          <a:xfrm>
            <a:off x="9379750" y="568050"/>
            <a:ext cx="2167815" cy="3040008"/>
          </a:xfrm>
          <a:prstGeom prst="rect">
            <a:avLst/>
          </a:prstGeom>
        </p:spPr>
      </p:pic>
    </p:spTree>
    <p:extLst>
      <p:ext uri="{BB962C8B-B14F-4D97-AF65-F5344CB8AC3E}">
        <p14:creationId xmlns:p14="http://schemas.microsoft.com/office/powerpoint/2010/main" val="14558818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9A851A9-12D3-6729-B506-14318F9F18E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3E0FE27-3D4F-45BD-B6F5-89EF091D4B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96DFB5D-8043-CD2E-3A2E-88F21ED050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2706F56A-71C6-0908-28D1-F3CC7C2CD4F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3839" y="0"/>
            <a:ext cx="4324865" cy="2641149"/>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064DF5D6-BBCB-48F6-FC8B-A09C9D6B30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30FC315A-A0E5-1816-B551-2CD67FA0CB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A12078BD-C93A-2715-BCD6-ED6316F4B6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9161722-B112-A2DA-F82E-FECA55774C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C11300E5-5AFA-425D-BF1F-0C22210B6B4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8535970" y="4114799"/>
            <a:ext cx="3655725" cy="2743201"/>
            <a:chOff x="-305" y="-1"/>
            <a:chExt cx="3832880" cy="2876136"/>
          </a:xfrm>
        </p:grpSpPr>
        <p:sp>
          <p:nvSpPr>
            <p:cNvPr id="19" name="Freeform: Shape 18">
              <a:extLst>
                <a:ext uri="{FF2B5EF4-FFF2-40B4-BE49-F238E27FC236}">
                  <a16:creationId xmlns:a16="http://schemas.microsoft.com/office/drawing/2014/main" id="{62E3D74D-6F3F-1B00-8CCB-0A57B38310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D2B4C953-060B-1F19-1BB4-81F0B36892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145FF6C-7183-4755-37C5-29015677D2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BF9FA609-943F-0E0E-54D6-494C1243CB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Subtitle 2">
            <a:extLst>
              <a:ext uri="{FF2B5EF4-FFF2-40B4-BE49-F238E27FC236}">
                <a16:creationId xmlns:a16="http://schemas.microsoft.com/office/drawing/2014/main" id="{674300F3-26AC-3153-930A-059D90A89801}"/>
              </a:ext>
            </a:extLst>
          </p:cNvPr>
          <p:cNvSpPr txBox="1">
            <a:spLocks/>
          </p:cNvSpPr>
          <p:nvPr/>
        </p:nvSpPr>
        <p:spPr>
          <a:xfrm>
            <a:off x="491841" y="2442625"/>
            <a:ext cx="8022957" cy="4119154"/>
          </a:xfrm>
          <a:prstGeom prst="rect">
            <a:avLst/>
          </a:prstGeom>
        </p:spPr>
        <p:txBody>
          <a:bodyPr vert="horz" lIns="91440" tIns="45720" rIns="91440" bIns="45720" numCol="1"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ts val="450"/>
              </a:spcBef>
              <a:spcAft>
                <a:spcPts val="450"/>
              </a:spcAft>
            </a:pPr>
            <a:r>
              <a:rPr lang="en-US" sz="1800" b="1" dirty="0">
                <a:solidFill>
                  <a:srgbClr val="273540"/>
                </a:solidFill>
                <a:latin typeface="Lato" panose="020F0502020204030203" pitchFamily="34" charset="0"/>
              </a:rPr>
              <a:t>Dashboards</a:t>
            </a:r>
          </a:p>
        </p:txBody>
      </p:sp>
      <p:pic>
        <p:nvPicPr>
          <p:cNvPr id="2050" name="Picture 2" descr="Bulk Foods">
            <a:extLst>
              <a:ext uri="{FF2B5EF4-FFF2-40B4-BE49-F238E27FC236}">
                <a16:creationId xmlns:a16="http://schemas.microsoft.com/office/drawing/2014/main" id="{618A4898-6A87-35F0-E97B-BD14783B46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14798" y="465364"/>
            <a:ext cx="3075224" cy="3075224"/>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 screenshot of a graph">
            <a:extLst>
              <a:ext uri="{FF2B5EF4-FFF2-40B4-BE49-F238E27FC236}">
                <a16:creationId xmlns:a16="http://schemas.microsoft.com/office/drawing/2014/main" id="{EA2614DC-D67B-A88D-D49B-24DAC62AB5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1841" y="296221"/>
            <a:ext cx="10988254" cy="6062991"/>
          </a:xfrm>
          <a:prstGeom prst="rect">
            <a:avLst/>
          </a:prstGeom>
        </p:spPr>
      </p:pic>
    </p:spTree>
    <p:extLst>
      <p:ext uri="{BB962C8B-B14F-4D97-AF65-F5344CB8AC3E}">
        <p14:creationId xmlns:p14="http://schemas.microsoft.com/office/powerpoint/2010/main" val="16884970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5CCC89D-5426-03B6-E58A-D1B46A8F00C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3917A91-19F7-6E6C-5268-5CB7D8A57D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0ABE3C6-4E74-02B8-9ED0-812B001EA1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E572C46D-8595-B088-0BE3-DEDAAEE00C1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3839" y="0"/>
            <a:ext cx="4324865" cy="2641149"/>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A9C9A43D-3E3C-D6D1-C079-0B9550C2FC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AAC7456F-C670-5FA7-D9A3-7A3AB6622D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4968EAB0-A279-6AD1-1B8E-689BEE72A2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95B3435C-CE02-C4B8-EA62-FED596FEB1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BE1C9702-FD2B-3457-C376-16287E17CD1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8535970" y="4114799"/>
            <a:ext cx="3655725" cy="2743201"/>
            <a:chOff x="-305" y="-1"/>
            <a:chExt cx="3832880" cy="2876136"/>
          </a:xfrm>
        </p:grpSpPr>
        <p:sp>
          <p:nvSpPr>
            <p:cNvPr id="19" name="Freeform: Shape 18">
              <a:extLst>
                <a:ext uri="{FF2B5EF4-FFF2-40B4-BE49-F238E27FC236}">
                  <a16:creationId xmlns:a16="http://schemas.microsoft.com/office/drawing/2014/main" id="{FFA44FA7-C880-33B7-1E75-6B3CAE811F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28025F7-64D6-A255-1F0E-276CE5141E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30874EA4-E329-A871-073D-F7F566C468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7F7B59BC-5030-9D7F-82B3-CFE4C65D13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Subtitle 2">
            <a:extLst>
              <a:ext uri="{FF2B5EF4-FFF2-40B4-BE49-F238E27FC236}">
                <a16:creationId xmlns:a16="http://schemas.microsoft.com/office/drawing/2014/main" id="{0BAC2F91-74B5-F630-DE55-818E4D4E52AD}"/>
              </a:ext>
            </a:extLst>
          </p:cNvPr>
          <p:cNvSpPr txBox="1">
            <a:spLocks/>
          </p:cNvSpPr>
          <p:nvPr/>
        </p:nvSpPr>
        <p:spPr>
          <a:xfrm>
            <a:off x="491841" y="2442625"/>
            <a:ext cx="8022957" cy="4119154"/>
          </a:xfrm>
          <a:prstGeom prst="rect">
            <a:avLst/>
          </a:prstGeom>
        </p:spPr>
        <p:txBody>
          <a:bodyPr vert="horz" lIns="91440" tIns="45720" rIns="91440" bIns="45720" numCol="1"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ts val="450"/>
              </a:spcBef>
              <a:spcAft>
                <a:spcPts val="450"/>
              </a:spcAft>
            </a:pPr>
            <a:r>
              <a:rPr lang="en-US" sz="1800" b="1" dirty="0">
                <a:solidFill>
                  <a:srgbClr val="273540"/>
                </a:solidFill>
                <a:latin typeface="Lato" panose="020F0502020204030203" pitchFamily="34" charset="0"/>
              </a:rPr>
              <a:t>Dashboards</a:t>
            </a:r>
          </a:p>
        </p:txBody>
      </p:sp>
      <p:pic>
        <p:nvPicPr>
          <p:cNvPr id="7" name="Picture 6">
            <a:extLst>
              <a:ext uri="{FF2B5EF4-FFF2-40B4-BE49-F238E27FC236}">
                <a16:creationId xmlns:a16="http://schemas.microsoft.com/office/drawing/2014/main" id="{AC4E1B63-976A-CCB8-A4DC-9F042C36F88E}"/>
              </a:ext>
            </a:extLst>
          </p:cNvPr>
          <p:cNvPicPr>
            <a:picLocks noChangeAspect="1"/>
          </p:cNvPicPr>
          <p:nvPr/>
        </p:nvPicPr>
        <p:blipFill>
          <a:blip r:embed="rId2"/>
          <a:stretch>
            <a:fillRect/>
          </a:stretch>
        </p:blipFill>
        <p:spPr>
          <a:xfrm>
            <a:off x="7585166" y="435847"/>
            <a:ext cx="4048124" cy="2900074"/>
          </a:xfrm>
          <a:prstGeom prst="rect">
            <a:avLst/>
          </a:prstGeom>
        </p:spPr>
      </p:pic>
    </p:spTree>
    <p:extLst>
      <p:ext uri="{BB962C8B-B14F-4D97-AF65-F5344CB8AC3E}">
        <p14:creationId xmlns:p14="http://schemas.microsoft.com/office/powerpoint/2010/main" val="35553072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607DD5B-B9E7-9C2C-6D80-0866C13D2F4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407B9D4-0C17-D163-6A63-52D0100727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2236B24-BBE9-C560-8E17-37E316570B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6FBA01A1-F449-84BA-A362-950EF7DC7A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3839" y="0"/>
            <a:ext cx="4324865" cy="2641149"/>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ADFC76E1-5BA5-CDF0-4F4C-A4E271F65F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F53A1490-493F-C253-08F2-C773397160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C5136DFC-0951-41CD-9872-4AFD0F4259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D37FE89-5BE4-C492-E18B-147F7EC89F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E5B81D3D-8FD8-7AC5-00CE-AAD420AA5DA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8535970" y="4114799"/>
            <a:ext cx="3655725" cy="2743201"/>
            <a:chOff x="-305" y="-1"/>
            <a:chExt cx="3832880" cy="2876136"/>
          </a:xfrm>
        </p:grpSpPr>
        <p:sp>
          <p:nvSpPr>
            <p:cNvPr id="19" name="Freeform: Shape 18">
              <a:extLst>
                <a:ext uri="{FF2B5EF4-FFF2-40B4-BE49-F238E27FC236}">
                  <a16:creationId xmlns:a16="http://schemas.microsoft.com/office/drawing/2014/main" id="{4FA1D4E9-7185-CF03-AB01-69F93E1D5E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3F43869D-6618-D9AE-AC94-89BDBA6C80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C66228D4-9B80-9FB6-D66F-DAADF20BEE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E00CAB17-53D9-2450-D665-6F375E4231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 name="Picture 3">
            <a:extLst>
              <a:ext uri="{FF2B5EF4-FFF2-40B4-BE49-F238E27FC236}">
                <a16:creationId xmlns:a16="http://schemas.microsoft.com/office/drawing/2014/main" id="{901A1123-99E3-231E-0441-15F100B93B83}"/>
              </a:ext>
            </a:extLst>
          </p:cNvPr>
          <p:cNvPicPr>
            <a:picLocks noChangeAspect="1"/>
          </p:cNvPicPr>
          <p:nvPr/>
        </p:nvPicPr>
        <p:blipFill>
          <a:blip r:embed="rId2"/>
          <a:stretch>
            <a:fillRect/>
          </a:stretch>
        </p:blipFill>
        <p:spPr>
          <a:xfrm>
            <a:off x="3955166" y="809955"/>
            <a:ext cx="6154009" cy="5020376"/>
          </a:xfrm>
          <a:prstGeom prst="rect">
            <a:avLst/>
          </a:prstGeom>
        </p:spPr>
      </p:pic>
    </p:spTree>
    <p:extLst>
      <p:ext uri="{BB962C8B-B14F-4D97-AF65-F5344CB8AC3E}">
        <p14:creationId xmlns:p14="http://schemas.microsoft.com/office/powerpoint/2010/main" val="24635255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2269B-B164-EB68-07E1-18228A444A10}"/>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08BC762D-EE43-92AE-A6E6-61EA8D5E5B4A}"/>
              </a:ext>
            </a:extLst>
          </p:cNvPr>
          <p:cNvPicPr>
            <a:picLocks noChangeAspect="1"/>
          </p:cNvPicPr>
          <p:nvPr/>
        </p:nvPicPr>
        <p:blipFill>
          <a:blip r:embed="rId2"/>
          <a:stretch>
            <a:fillRect/>
          </a:stretch>
        </p:blipFill>
        <p:spPr>
          <a:xfrm>
            <a:off x="345774" y="614366"/>
            <a:ext cx="3077028" cy="2307771"/>
          </a:xfrm>
          <a:prstGeom prst="rect">
            <a:avLst/>
          </a:prstGeom>
        </p:spPr>
      </p:pic>
      <p:pic>
        <p:nvPicPr>
          <p:cNvPr id="24" name="Picture 23">
            <a:extLst>
              <a:ext uri="{FF2B5EF4-FFF2-40B4-BE49-F238E27FC236}">
                <a16:creationId xmlns:a16="http://schemas.microsoft.com/office/drawing/2014/main" id="{4E52034E-01C8-0F2B-0F9F-873029A6A4E7}"/>
              </a:ext>
            </a:extLst>
          </p:cNvPr>
          <p:cNvPicPr>
            <a:picLocks noChangeAspect="1"/>
          </p:cNvPicPr>
          <p:nvPr/>
        </p:nvPicPr>
        <p:blipFill>
          <a:blip r:embed="rId3"/>
          <a:stretch>
            <a:fillRect/>
          </a:stretch>
        </p:blipFill>
        <p:spPr>
          <a:xfrm>
            <a:off x="4259189" y="0"/>
            <a:ext cx="2810612" cy="5246914"/>
          </a:xfrm>
          <a:prstGeom prst="rect">
            <a:avLst/>
          </a:prstGeom>
        </p:spPr>
      </p:pic>
      <p:pic>
        <p:nvPicPr>
          <p:cNvPr id="12" name="Picture 11">
            <a:extLst>
              <a:ext uri="{FF2B5EF4-FFF2-40B4-BE49-F238E27FC236}">
                <a16:creationId xmlns:a16="http://schemas.microsoft.com/office/drawing/2014/main" id="{614EF264-3025-69F9-07EE-495A549484BF}"/>
              </a:ext>
            </a:extLst>
          </p:cNvPr>
          <p:cNvPicPr>
            <a:picLocks noChangeAspect="1"/>
          </p:cNvPicPr>
          <p:nvPr/>
        </p:nvPicPr>
        <p:blipFill>
          <a:blip r:embed="rId4"/>
          <a:stretch>
            <a:fillRect/>
          </a:stretch>
        </p:blipFill>
        <p:spPr>
          <a:xfrm>
            <a:off x="345774" y="3875314"/>
            <a:ext cx="2857500" cy="2743200"/>
          </a:xfrm>
          <a:prstGeom prst="rect">
            <a:avLst/>
          </a:prstGeom>
        </p:spPr>
      </p:pic>
      <p:pic>
        <p:nvPicPr>
          <p:cNvPr id="13" name="Picture 12">
            <a:extLst>
              <a:ext uri="{FF2B5EF4-FFF2-40B4-BE49-F238E27FC236}">
                <a16:creationId xmlns:a16="http://schemas.microsoft.com/office/drawing/2014/main" id="{CDDAC83C-0797-BD50-091D-647D3C827F93}"/>
              </a:ext>
            </a:extLst>
          </p:cNvPr>
          <p:cNvPicPr>
            <a:picLocks noChangeAspect="1"/>
          </p:cNvPicPr>
          <p:nvPr/>
        </p:nvPicPr>
        <p:blipFill>
          <a:blip r:embed="rId5"/>
          <a:stretch>
            <a:fillRect/>
          </a:stretch>
        </p:blipFill>
        <p:spPr>
          <a:xfrm>
            <a:off x="9677400" y="492802"/>
            <a:ext cx="2036163" cy="3421593"/>
          </a:xfrm>
          <a:prstGeom prst="rect">
            <a:avLst/>
          </a:prstGeom>
        </p:spPr>
      </p:pic>
    </p:spTree>
    <p:extLst>
      <p:ext uri="{BB962C8B-B14F-4D97-AF65-F5344CB8AC3E}">
        <p14:creationId xmlns:p14="http://schemas.microsoft.com/office/powerpoint/2010/main" val="25401999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99D19-AA6D-64A4-0C5B-2B086A8F772C}"/>
              </a:ext>
            </a:extLst>
          </p:cNvPr>
          <p:cNvSpPr>
            <a:spLocks noGrp="1"/>
          </p:cNvSpPr>
          <p:nvPr>
            <p:ph type="title"/>
          </p:nvPr>
        </p:nvSpPr>
        <p:spPr/>
        <p:txBody>
          <a:bodyPr/>
          <a:lstStyle/>
          <a:p>
            <a:endParaRPr lang="en-US"/>
          </a:p>
        </p:txBody>
      </p:sp>
      <p:sp>
        <p:nvSpPr>
          <p:cNvPr id="5" name="AutoShape 4" descr="Hops arch">
            <a:extLst>
              <a:ext uri="{FF2B5EF4-FFF2-40B4-BE49-F238E27FC236}">
                <a16:creationId xmlns:a16="http://schemas.microsoft.com/office/drawing/2014/main" id="{427CC250-8529-2494-31FA-F2371ADD58C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6" descr="Hops arch">
            <a:extLst>
              <a:ext uri="{FF2B5EF4-FFF2-40B4-BE49-F238E27FC236}">
                <a16:creationId xmlns:a16="http://schemas.microsoft.com/office/drawing/2014/main" id="{C4DF1E50-59FC-8F6A-5EDF-7AE994258B31}"/>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524800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116</TotalTime>
  <Words>394</Words>
  <Application>Microsoft Office PowerPoint</Application>
  <PresentationFormat>Widescreen</PresentationFormat>
  <Paragraphs>50</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Aptos Display</vt:lpstr>
      <vt:lpstr>Arial</vt:lpstr>
      <vt:lpstr>Lato</vt:lpstr>
      <vt:lpstr>Office Theme</vt:lpstr>
      <vt:lpstr>Final Project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The J.M. Smucker Co.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Draper, Eric</dc:creator>
  <cp:lastModifiedBy>Sairam Jammu</cp:lastModifiedBy>
  <cp:revision>1</cp:revision>
  <dcterms:created xsi:type="dcterms:W3CDTF">2025-04-27T14:44:26Z</dcterms:created>
  <dcterms:modified xsi:type="dcterms:W3CDTF">2025-05-08T01:48:51Z</dcterms:modified>
</cp:coreProperties>
</file>